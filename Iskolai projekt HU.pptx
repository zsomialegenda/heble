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9" r:id="rId6"/>
    <p:sldId id="262" r:id="rId7"/>
    <p:sldId id="261" r:id="rId8"/>
    <p:sldId id="263" r:id="rId9"/>
    <p:sldId id="264" r:id="rId10"/>
    <p:sldId id="258" r:id="rId11"/>
    <p:sldId id="260" r:id="rId12"/>
  </p:sldIdLst>
  <p:sldSz cx="12192000" cy="6858000"/>
  <p:notesSz cx="6858000" cy="9144000"/>
  <p:defaultTextStyle>
    <a:defPPr rtl="0">
      <a:defRPr lang="h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Szerző" initials="S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48" autoAdjust="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00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93CEAFEF-D834-49EB-A77B-83345F8511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F1788A5-C0DC-4854-9DA1-5799AAFF4F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BE138-59DE-4CCE-BC05-C8289F820A4F}" type="datetimeFigureOut">
              <a:rPr lang="hu-HU" smtClean="0"/>
              <a:t>2025. 01. 29.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AE3DD13-D879-441F-AE1C-6AD1662438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49FEA87-2B0D-4F9A-834F-E75A989411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4EC7F-E669-4886-B0A7-2EB3B0147E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33457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5DFAA-8151-43F1-8218-1A676C54611E}" type="datetimeFigureOut">
              <a:rPr lang="hu-HU" noProof="0" smtClean="0"/>
              <a:t>2025. 01. 29.</a:t>
            </a:fld>
            <a:endParaRPr lang="hu-HU" noProof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 noProof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noProof="0"/>
              <a:t>Mintaszöveg szerkesztése</a:t>
            </a:r>
          </a:p>
          <a:p>
            <a:pPr lvl="1"/>
            <a:r>
              <a:rPr lang="hu-HU" noProof="0"/>
              <a:t>Második szint</a:t>
            </a:r>
          </a:p>
          <a:p>
            <a:pPr lvl="2"/>
            <a:r>
              <a:rPr lang="hu-HU" noProof="0"/>
              <a:t>Harmadik szint</a:t>
            </a:r>
          </a:p>
          <a:p>
            <a:pPr lvl="3"/>
            <a:r>
              <a:rPr lang="hu-HU" noProof="0"/>
              <a:t>Negyedik szint</a:t>
            </a:r>
          </a:p>
          <a:p>
            <a:pPr lvl="4"/>
            <a:r>
              <a:rPr lang="hu-HU" noProof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24CA7-A258-4620-B482-398C3E6E42F7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4644163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2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201429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3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450937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4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2928465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5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897325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6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369086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7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2609703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8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128664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hu-HU" dirty="0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FB1095E-0207-45C6-91A7-AA5C0ECAF77D}" type="datetime1">
              <a:rPr lang="hu-HU" smtClean="0"/>
              <a:t>2025. 01. 29.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E1A8F9-3D3D-4792-AC4D-78355299A20D}" type="datetime1">
              <a:rPr lang="hu-HU" smtClean="0"/>
              <a:t>2025. 01. 29.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286372C-2F48-413B-AB87-E0AE7CDBEFBC}" type="datetime1">
              <a:rPr lang="hu-HU" smtClean="0"/>
              <a:t>2025. 01. 29.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10CA00-3C78-4E80-BDC4-943FCC4AA20A}" type="datetime1">
              <a:rPr lang="hu-HU" smtClean="0"/>
              <a:t>2025. 01. 29.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12" name="Cím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7B5506-EDF0-4C3A-B830-BBF3F054EE2B}" type="datetime1">
              <a:rPr lang="hu-HU" smtClean="0"/>
              <a:t>2025. 01. 29.</a:t>
            </a:fld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36568C-8A71-4DEA-B6D3-725EA2FE6A31}" type="datetime1">
              <a:rPr lang="hu-HU" smtClean="0"/>
              <a:t>2025. 01. 29.</a:t>
            </a:fld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7" name="Téglalap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8" name="Cím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4F22219-BD99-403B-B9A4-C6480A94D55D}" type="datetime1">
              <a:rPr lang="hu-HU" smtClean="0"/>
              <a:t>2025. 01. 29.</a:t>
            </a:fld>
            <a:endParaRPr lang="hu-HU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B473D03-A039-40EB-A341-F1ED0C939856}" type="datetime1">
              <a:rPr lang="hu-HU" smtClean="0"/>
              <a:t>2025. 01. 29.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 dirty="0"/>
              <a:t>Kép hozzáadásához kattintson az ikonra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7667C1-242F-4547-A9A6-B56F8576423E}" type="datetime1">
              <a:rPr lang="hu-HU" smtClean="0"/>
              <a:t>2025. 01. 29.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9" name="Cím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80CFC7-DFD9-4A70-AE92-50385801C1DB}" type="datetime1">
              <a:rPr lang="hu-HU" smtClean="0"/>
              <a:t>2025. 01. 29.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Függőleges cím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F943764-A5EE-4C69-9C74-87A2F85F0CB0}" type="datetime1">
              <a:rPr lang="hu-HU" smtClean="0"/>
              <a:t>2025. 01. 29.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hu-HU" dirty="0"/>
              <a:t>Mintaszöveg szerkesztése</a:t>
            </a:r>
          </a:p>
          <a:p>
            <a:pPr lvl="1" rtl="0"/>
            <a:r>
              <a:rPr lang="hu-HU" dirty="0"/>
              <a:t>Második szint</a:t>
            </a:r>
          </a:p>
          <a:p>
            <a:pPr lvl="2" rtl="0"/>
            <a:r>
              <a:rPr lang="hu-HU" dirty="0"/>
              <a:t>Harmadik szint</a:t>
            </a:r>
          </a:p>
          <a:p>
            <a:pPr lvl="3" rtl="0"/>
            <a:r>
              <a:rPr lang="hu-HU" dirty="0"/>
              <a:t>Negyedik szint</a:t>
            </a:r>
          </a:p>
          <a:p>
            <a:pPr lvl="4" rtl="0"/>
            <a:r>
              <a:rPr lang="hu-HU" dirty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7277D6DF-4495-474C-81A8-48F6F365AB90}" type="datetime1">
              <a:rPr lang="hu-HU" smtClean="0"/>
              <a:t>2025. 01. 29.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9" name="Téglalap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10" name="Téglalap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11" name="Téglalap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Téglalap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pic>
        <p:nvPicPr>
          <p:cNvPr id="7" name="6. kép" descr="Digitális kapcsolatok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Csoport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Téglalap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Téglalap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Téglalap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Téglalap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r>
              <a:rPr lang="hu-HU" sz="2400" b="1" dirty="0" smtClean="0">
                <a:solidFill>
                  <a:schemeClr val="bg1"/>
                </a:solidFill>
              </a:rPr>
              <a:t>Iskolai projekt: </a:t>
            </a:r>
            <a:r>
              <a:rPr lang="hu-HU" sz="2400" b="1" dirty="0" err="1" smtClean="0">
                <a:solidFill>
                  <a:schemeClr val="bg1"/>
                </a:solidFill>
              </a:rPr>
              <a:t>HeBLE</a:t>
            </a:r>
            <a:endParaRPr lang="hu-HU" sz="4400" dirty="0">
              <a:solidFill>
                <a:schemeClr val="bg1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r>
              <a:rPr lang="hu-HU" dirty="0" err="1" smtClean="0">
                <a:solidFill>
                  <a:srgbClr val="7CEBFF"/>
                </a:solidFill>
              </a:rPr>
              <a:t>Healthy</a:t>
            </a:r>
            <a:r>
              <a:rPr lang="hu-HU" dirty="0" smtClean="0">
                <a:solidFill>
                  <a:srgbClr val="7CEBFF"/>
                </a:solidFill>
              </a:rPr>
              <a:t> body </a:t>
            </a:r>
            <a:r>
              <a:rPr lang="hu-HU" dirty="0" err="1" smtClean="0">
                <a:solidFill>
                  <a:srgbClr val="7CEBFF"/>
                </a:solidFill>
              </a:rPr>
              <a:t>lifestyle</a:t>
            </a:r>
            <a:r>
              <a:rPr lang="hu-HU" dirty="0">
                <a:solidFill>
                  <a:srgbClr val="7CEBFF"/>
                </a:solidFill>
              </a:rPr>
              <a:t> </a:t>
            </a:r>
            <a:r>
              <a:rPr lang="hu-HU" dirty="0" err="1">
                <a:solidFill>
                  <a:srgbClr val="7CEBFF"/>
                </a:solidFill>
              </a:rPr>
              <a:t>entertainment</a:t>
            </a:r>
            <a:endParaRPr lang="hu-HU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Téglalap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pic>
        <p:nvPicPr>
          <p:cNvPr id="8" name="Tartalom helye 4" descr="Digitális számok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grpSp>
        <p:nvGrpSpPr>
          <p:cNvPr id="15" name="Csoport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Téglalap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/>
            <a:r>
              <a:rPr lang="hu-HU" b="1" dirty="0" smtClean="0"/>
              <a:t>Csapatunk tagjai</a:t>
            </a:r>
            <a:endParaRPr lang="hu-HU" sz="44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84200" y="1166697"/>
            <a:ext cx="6601004" cy="3678303"/>
          </a:xfrm>
        </p:spPr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Patrik András </a:t>
            </a:r>
            <a:r>
              <a:rPr lang="hu-HU" b="1" dirty="0" err="1">
                <a:solidFill>
                  <a:schemeClr val="bg1"/>
                </a:solidFill>
              </a:rPr>
              <a:t>Sedlák</a:t>
            </a:r>
            <a:r>
              <a:rPr lang="hu-HU" b="1" dirty="0">
                <a:solidFill>
                  <a:schemeClr val="bg1"/>
                </a:solidFill>
              </a:rPr>
              <a:t>, Backend </a:t>
            </a:r>
            <a:r>
              <a:rPr lang="hu-HU" b="1" dirty="0" smtClean="0">
                <a:solidFill>
                  <a:schemeClr val="bg1"/>
                </a:solidFill>
              </a:rPr>
              <a:t>fejlesztés</a:t>
            </a:r>
            <a:endParaRPr lang="hu-HU" b="1" dirty="0">
              <a:solidFill>
                <a:schemeClr val="bg1"/>
              </a:solidFill>
            </a:endParaRPr>
          </a:p>
          <a:p>
            <a:r>
              <a:rPr lang="hu-HU" b="1" dirty="0">
                <a:solidFill>
                  <a:schemeClr val="bg1"/>
                </a:solidFill>
              </a:rPr>
              <a:t>János Bence </a:t>
            </a:r>
            <a:r>
              <a:rPr lang="hu-HU" b="1" dirty="0" err="1">
                <a:solidFill>
                  <a:schemeClr val="bg1"/>
                </a:solidFill>
              </a:rPr>
              <a:t>Dakos</a:t>
            </a:r>
            <a:r>
              <a:rPr lang="hu-HU" b="1" dirty="0">
                <a:solidFill>
                  <a:schemeClr val="bg1"/>
                </a:solidFill>
              </a:rPr>
              <a:t>, Frontend </a:t>
            </a:r>
            <a:r>
              <a:rPr lang="hu-HU" b="1" dirty="0" smtClean="0">
                <a:solidFill>
                  <a:schemeClr val="bg1"/>
                </a:solidFill>
              </a:rPr>
              <a:t>fejlesztés </a:t>
            </a:r>
            <a:r>
              <a:rPr lang="hu-HU" b="1" dirty="0">
                <a:solidFill>
                  <a:schemeClr val="bg1"/>
                </a:solidFill>
              </a:rPr>
              <a:t>&amp; </a:t>
            </a:r>
            <a:r>
              <a:rPr lang="hu-HU" b="1" dirty="0" smtClean="0">
                <a:solidFill>
                  <a:schemeClr val="bg1"/>
                </a:solidFill>
              </a:rPr>
              <a:t>adatbázis</a:t>
            </a:r>
            <a:endParaRPr lang="hu-HU" b="1" dirty="0">
              <a:solidFill>
                <a:schemeClr val="bg1"/>
              </a:solidFill>
            </a:endParaRPr>
          </a:p>
          <a:p>
            <a:r>
              <a:rPr lang="hu-HU" b="1" dirty="0">
                <a:solidFill>
                  <a:schemeClr val="bg1"/>
                </a:solidFill>
              </a:rPr>
              <a:t>Gergő Fodor, Frontend </a:t>
            </a:r>
            <a:r>
              <a:rPr lang="hu-HU" b="1" dirty="0" smtClean="0">
                <a:solidFill>
                  <a:schemeClr val="bg1"/>
                </a:solidFill>
              </a:rPr>
              <a:t>fejlesztés </a:t>
            </a:r>
            <a:r>
              <a:rPr lang="hu-HU" b="1" dirty="0">
                <a:solidFill>
                  <a:schemeClr val="bg1"/>
                </a:solidFill>
              </a:rPr>
              <a:t>&amp; </a:t>
            </a:r>
            <a:r>
              <a:rPr lang="hu-HU" b="1" dirty="0" smtClean="0">
                <a:solidFill>
                  <a:schemeClr val="bg1"/>
                </a:solidFill>
              </a:rPr>
              <a:t>adatbázis</a:t>
            </a:r>
            <a:endParaRPr lang="hu-HU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899" y="4423818"/>
            <a:ext cx="6096000" cy="172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Téglalap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pic>
        <p:nvPicPr>
          <p:cNvPr id="8" name="Tartalom helye 4" descr="Digitális számok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Csoport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Téglalap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/>
            <a:r>
              <a:rPr lang="hu-HU" b="1" dirty="0" smtClean="0"/>
              <a:t>HASZNÁLT TECHNOLÓGIÁK</a:t>
            </a:r>
            <a:endParaRPr lang="hu-HU" sz="44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767080" y="1666047"/>
            <a:ext cx="6601004" cy="3678303"/>
          </a:xfrm>
        </p:spPr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Frontend: </a:t>
            </a:r>
            <a:r>
              <a:rPr lang="hu-HU" dirty="0" err="1">
                <a:solidFill>
                  <a:schemeClr val="bg1"/>
                </a:solidFill>
              </a:rPr>
              <a:t>Angular</a:t>
            </a:r>
            <a:r>
              <a:rPr lang="hu-HU" dirty="0">
                <a:solidFill>
                  <a:schemeClr val="bg1"/>
                </a:solidFill>
              </a:rPr>
              <a:t> 19</a:t>
            </a:r>
          </a:p>
          <a:p>
            <a:r>
              <a:rPr lang="hu-HU" b="1" dirty="0">
                <a:solidFill>
                  <a:schemeClr val="bg1"/>
                </a:solidFill>
              </a:rPr>
              <a:t>Backend: </a:t>
            </a:r>
            <a:r>
              <a:rPr lang="hu-HU" dirty="0" err="1">
                <a:solidFill>
                  <a:schemeClr val="bg1"/>
                </a:solidFill>
              </a:rPr>
              <a:t>NodeJS</a:t>
            </a:r>
            <a:endParaRPr lang="hu-HU" dirty="0">
              <a:solidFill>
                <a:schemeClr val="bg1"/>
              </a:solidFill>
            </a:endParaRPr>
          </a:p>
          <a:p>
            <a:pPr lvl="1"/>
            <a:r>
              <a:rPr lang="hu-HU" sz="1800" b="1" dirty="0" err="1">
                <a:solidFill>
                  <a:schemeClr val="bg1"/>
                </a:solidFill>
              </a:rPr>
              <a:t>Packages</a:t>
            </a:r>
            <a:r>
              <a:rPr lang="hu-HU" sz="1800" b="1" dirty="0">
                <a:solidFill>
                  <a:schemeClr val="bg1"/>
                </a:solidFill>
              </a:rPr>
              <a:t>: </a:t>
            </a:r>
            <a:r>
              <a:rPr lang="hu-HU" sz="2000" dirty="0">
                <a:solidFill>
                  <a:schemeClr val="bg1"/>
                </a:solidFill>
              </a:rPr>
              <a:t>argon2, </a:t>
            </a:r>
            <a:r>
              <a:rPr lang="hu-HU" sz="2000" dirty="0" err="1">
                <a:solidFill>
                  <a:schemeClr val="bg1"/>
                </a:solidFill>
              </a:rPr>
              <a:t>bcrypt</a:t>
            </a:r>
            <a:r>
              <a:rPr lang="hu-HU" sz="2000" dirty="0">
                <a:solidFill>
                  <a:schemeClr val="bg1"/>
                </a:solidFill>
              </a:rPr>
              <a:t>, </a:t>
            </a:r>
            <a:r>
              <a:rPr lang="hu-HU" sz="2000" dirty="0" err="1">
                <a:solidFill>
                  <a:schemeClr val="bg1"/>
                </a:solidFill>
              </a:rPr>
              <a:t>bcryptjs</a:t>
            </a:r>
            <a:r>
              <a:rPr lang="hu-HU" sz="2000" dirty="0">
                <a:solidFill>
                  <a:schemeClr val="bg1"/>
                </a:solidFill>
              </a:rPr>
              <a:t>, </a:t>
            </a:r>
            <a:r>
              <a:rPr lang="hu-HU" sz="2000" dirty="0" err="1">
                <a:solidFill>
                  <a:schemeClr val="bg1"/>
                </a:solidFill>
              </a:rPr>
              <a:t>cors</a:t>
            </a:r>
            <a:r>
              <a:rPr lang="hu-HU" sz="2000" dirty="0">
                <a:solidFill>
                  <a:schemeClr val="bg1"/>
                </a:solidFill>
              </a:rPr>
              <a:t>, </a:t>
            </a:r>
            <a:r>
              <a:rPr lang="hu-HU" sz="2000" dirty="0" err="1">
                <a:solidFill>
                  <a:schemeClr val="bg1"/>
                </a:solidFill>
              </a:rPr>
              <a:t>dotenv</a:t>
            </a:r>
            <a:r>
              <a:rPr lang="hu-HU" sz="2000" dirty="0">
                <a:solidFill>
                  <a:schemeClr val="bg1"/>
                </a:solidFill>
              </a:rPr>
              <a:t>, </a:t>
            </a:r>
            <a:r>
              <a:rPr lang="hu-HU" sz="2000" dirty="0" err="1">
                <a:solidFill>
                  <a:schemeClr val="bg1"/>
                </a:solidFill>
              </a:rPr>
              <a:t>express</a:t>
            </a:r>
            <a:r>
              <a:rPr lang="hu-HU" sz="2000" dirty="0">
                <a:solidFill>
                  <a:schemeClr val="bg1"/>
                </a:solidFill>
              </a:rPr>
              <a:t>, </a:t>
            </a:r>
            <a:r>
              <a:rPr lang="hu-HU" sz="2000" dirty="0" err="1">
                <a:solidFill>
                  <a:schemeClr val="bg1"/>
                </a:solidFill>
              </a:rPr>
              <a:t>express-validator</a:t>
            </a:r>
            <a:r>
              <a:rPr lang="hu-HU" sz="2000" dirty="0">
                <a:solidFill>
                  <a:schemeClr val="bg1"/>
                </a:solidFill>
              </a:rPr>
              <a:t>, mysql2, </a:t>
            </a:r>
            <a:r>
              <a:rPr lang="hu-HU" sz="2000" dirty="0" err="1">
                <a:solidFill>
                  <a:schemeClr val="bg1"/>
                </a:solidFill>
              </a:rPr>
              <a:t>nodemon</a:t>
            </a:r>
            <a:r>
              <a:rPr lang="hu-HU" sz="2000" dirty="0">
                <a:solidFill>
                  <a:schemeClr val="bg1"/>
                </a:solidFill>
              </a:rPr>
              <a:t>, </a:t>
            </a:r>
            <a:r>
              <a:rPr lang="hu-HU" sz="2000" dirty="0" err="1">
                <a:solidFill>
                  <a:schemeClr val="bg1"/>
                </a:solidFill>
              </a:rPr>
              <a:t>sequelize</a:t>
            </a:r>
            <a:endParaRPr lang="hu-HU" sz="2000" dirty="0">
              <a:solidFill>
                <a:schemeClr val="bg1"/>
              </a:solidFill>
            </a:endParaRPr>
          </a:p>
          <a:p>
            <a:r>
              <a:rPr lang="hu-HU" b="1" dirty="0" err="1">
                <a:solidFill>
                  <a:schemeClr val="bg1"/>
                </a:solidFill>
              </a:rPr>
              <a:t>Database</a:t>
            </a:r>
            <a:r>
              <a:rPr lang="hu-HU" dirty="0">
                <a:solidFill>
                  <a:schemeClr val="bg1"/>
                </a:solidFill>
              </a:rPr>
              <a:t>: </a:t>
            </a:r>
            <a:r>
              <a:rPr lang="hu-HU" dirty="0" err="1">
                <a:solidFill>
                  <a:schemeClr val="bg1"/>
                </a:solidFill>
              </a:rPr>
              <a:t>MySQL</a:t>
            </a:r>
            <a:r>
              <a:rPr lang="hu-HU" dirty="0">
                <a:solidFill>
                  <a:schemeClr val="bg1"/>
                </a:solidFill>
              </a:rPr>
              <a:t> (</a:t>
            </a:r>
            <a:r>
              <a:rPr lang="hu-HU" dirty="0" err="1">
                <a:solidFill>
                  <a:schemeClr val="bg1"/>
                </a:solidFill>
              </a:rPr>
              <a:t>MariaDB</a:t>
            </a:r>
            <a:r>
              <a:rPr lang="hu-HU" dirty="0">
                <a:solidFill>
                  <a:schemeClr val="bg1"/>
                </a:solidFill>
              </a:rPr>
              <a:t>) [XAMPP]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11" name="Kép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80" y="4719916"/>
            <a:ext cx="1301316" cy="1380608"/>
          </a:xfrm>
          <a:prstGeom prst="rect">
            <a:avLst/>
          </a:prstGeom>
        </p:spPr>
      </p:pic>
      <p:pic>
        <p:nvPicPr>
          <p:cNvPr id="12" name="Kép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527" y="4720663"/>
            <a:ext cx="2347088" cy="1431775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8380" y="4457134"/>
            <a:ext cx="1749704" cy="17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6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Téglalap 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1" y="5411952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hu-HU" dirty="0" smtClean="0">
                <a:solidFill>
                  <a:srgbClr val="FFFEFF"/>
                </a:solidFill>
              </a:rPr>
              <a:t>Patrik MUNKÁJA</a:t>
            </a:r>
            <a:endParaRPr lang="hu-HU" dirty="0">
              <a:solidFill>
                <a:srgbClr val="FFFEFF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38559" y="841967"/>
            <a:ext cx="4465703" cy="3678303"/>
          </a:xfrm>
        </p:spPr>
        <p:txBody>
          <a:bodyPr/>
          <a:lstStyle/>
          <a:p>
            <a:pPr marL="0" indent="0">
              <a:buNone/>
            </a:pPr>
            <a:r>
              <a:rPr lang="hu-HU" b="1" dirty="0"/>
              <a:t>Backend: </a:t>
            </a:r>
            <a:r>
              <a:rPr lang="hu-HU" b="1" dirty="0" smtClean="0"/>
              <a:t> </a:t>
            </a:r>
            <a:r>
              <a:rPr lang="hu-HU" dirty="0" err="1" smtClean="0"/>
              <a:t>NodeJS</a:t>
            </a:r>
            <a:endParaRPr lang="hu-HU" dirty="0"/>
          </a:p>
          <a:p>
            <a:pPr marL="0" indent="0">
              <a:buNone/>
            </a:pPr>
            <a:r>
              <a:rPr lang="hu-HU" b="1" dirty="0" err="1"/>
              <a:t>Packages</a:t>
            </a:r>
            <a:r>
              <a:rPr lang="hu-HU" b="1" dirty="0"/>
              <a:t>: </a:t>
            </a:r>
            <a:r>
              <a:rPr lang="hu-HU" b="1" dirty="0" smtClean="0"/>
              <a:t> </a:t>
            </a:r>
            <a:r>
              <a:rPr lang="hu-HU" dirty="0" smtClean="0"/>
              <a:t>argon2</a:t>
            </a:r>
            <a:r>
              <a:rPr lang="hu-HU" dirty="0"/>
              <a:t>, </a:t>
            </a:r>
            <a:r>
              <a:rPr lang="hu-HU" dirty="0" err="1"/>
              <a:t>bcrypt</a:t>
            </a:r>
            <a:r>
              <a:rPr lang="hu-HU" dirty="0"/>
              <a:t>, </a:t>
            </a:r>
            <a:r>
              <a:rPr lang="hu-HU" dirty="0" err="1"/>
              <a:t>bcryptjs</a:t>
            </a:r>
            <a:r>
              <a:rPr lang="hu-HU" dirty="0"/>
              <a:t>, </a:t>
            </a:r>
            <a:r>
              <a:rPr lang="hu-HU" dirty="0" err="1"/>
              <a:t>cors</a:t>
            </a:r>
            <a:r>
              <a:rPr lang="hu-HU" dirty="0"/>
              <a:t>, </a:t>
            </a:r>
            <a:r>
              <a:rPr lang="hu-HU" dirty="0" err="1"/>
              <a:t>dotenv</a:t>
            </a:r>
            <a:r>
              <a:rPr lang="hu-HU" dirty="0"/>
              <a:t>, </a:t>
            </a:r>
            <a:r>
              <a:rPr lang="hu-HU" dirty="0" err="1"/>
              <a:t>express</a:t>
            </a:r>
            <a:r>
              <a:rPr lang="hu-HU" dirty="0"/>
              <a:t>, </a:t>
            </a:r>
            <a:r>
              <a:rPr lang="hu-HU" dirty="0" err="1"/>
              <a:t>express-validator</a:t>
            </a:r>
            <a:r>
              <a:rPr lang="hu-HU" dirty="0"/>
              <a:t>, mysql2, </a:t>
            </a:r>
            <a:r>
              <a:rPr lang="hu-HU" dirty="0" err="1"/>
              <a:t>nodemon</a:t>
            </a:r>
            <a:r>
              <a:rPr lang="hu-HU" dirty="0"/>
              <a:t>, </a:t>
            </a:r>
            <a:r>
              <a:rPr lang="hu-HU" dirty="0" err="1"/>
              <a:t>sequelize</a:t>
            </a: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183" y="598516"/>
            <a:ext cx="6404494" cy="58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Téglalap 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1" y="5411952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hu-HU" dirty="0" smtClean="0">
                <a:solidFill>
                  <a:srgbClr val="FFFEFF"/>
                </a:solidFill>
              </a:rPr>
              <a:t>Gergő munkája</a:t>
            </a:r>
            <a:endParaRPr lang="hu-HU" dirty="0">
              <a:solidFill>
                <a:srgbClr val="FFFEFF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38559" y="841967"/>
            <a:ext cx="4465703" cy="3678303"/>
          </a:xfrm>
        </p:spPr>
        <p:txBody>
          <a:bodyPr/>
          <a:lstStyle/>
          <a:p>
            <a:pPr marL="0" indent="0">
              <a:buNone/>
            </a:pPr>
            <a:r>
              <a:rPr lang="hu-HU" b="1" dirty="0"/>
              <a:t>Frontend: </a:t>
            </a:r>
            <a:r>
              <a:rPr lang="hu-HU" b="1" dirty="0" smtClean="0"/>
              <a:t> </a:t>
            </a:r>
            <a:r>
              <a:rPr lang="hu-HU" dirty="0" err="1" smtClean="0"/>
              <a:t>Angular</a:t>
            </a:r>
            <a:r>
              <a:rPr lang="hu-HU" dirty="0" smtClean="0"/>
              <a:t> </a:t>
            </a:r>
            <a:r>
              <a:rPr lang="hu-HU" dirty="0"/>
              <a:t>19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496" y="1088633"/>
            <a:ext cx="7783181" cy="53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6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Téglalap 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1" y="5411952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hu-HU" dirty="0" smtClean="0">
                <a:solidFill>
                  <a:srgbClr val="FFFEFF"/>
                </a:solidFill>
              </a:rPr>
              <a:t>Bence munkája</a:t>
            </a:r>
            <a:endParaRPr lang="hu-HU" dirty="0">
              <a:solidFill>
                <a:srgbClr val="FFFEFF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656699" y="443570"/>
            <a:ext cx="4081011" cy="3073856"/>
          </a:xfrm>
        </p:spPr>
        <p:txBody>
          <a:bodyPr/>
          <a:lstStyle/>
          <a:p>
            <a:pPr marL="0" indent="0">
              <a:buNone/>
            </a:pPr>
            <a:r>
              <a:rPr lang="hu-HU" b="1" dirty="0" smtClean="0"/>
              <a:t>LOGO DESIGN</a:t>
            </a: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480" y="1427187"/>
            <a:ext cx="3809524" cy="3809524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10" y="2206512"/>
            <a:ext cx="6199079" cy="1749740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2540000" y="1624381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smtClean="0"/>
              <a:t>BANNER DESIGN</a:t>
            </a:r>
            <a:endParaRPr lang="hu-HU" b="1" dirty="0"/>
          </a:p>
        </p:txBody>
      </p:sp>
      <p:sp>
        <p:nvSpPr>
          <p:cNvPr id="8" name="Szövegdoboz 7"/>
          <p:cNvSpPr txBox="1"/>
          <p:nvPr/>
        </p:nvSpPr>
        <p:spPr>
          <a:xfrm>
            <a:off x="5781963" y="905164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smtClean="0"/>
              <a:t>DESIGN</a:t>
            </a:r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60991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A versenykörnyezet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Téglalap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pic>
        <p:nvPicPr>
          <p:cNvPr id="5" name="Kép 4" descr="Digitális számok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Téglalap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 fontScale="90000"/>
          </a:bodyPr>
          <a:lstStyle/>
          <a:p>
            <a:pPr rtl="0"/>
            <a:r>
              <a:rPr lang="hu-HU" dirty="0" smtClean="0">
                <a:solidFill>
                  <a:srgbClr val="FFFFFF"/>
                </a:solidFill>
              </a:rPr>
              <a:t>KÖSZÖNJÜK </a:t>
            </a:r>
            <a:br>
              <a:rPr lang="hu-HU" dirty="0" smtClean="0">
                <a:solidFill>
                  <a:srgbClr val="FFFFFF"/>
                </a:solidFill>
              </a:rPr>
            </a:br>
            <a:r>
              <a:rPr lang="hu-HU" dirty="0" smtClean="0">
                <a:solidFill>
                  <a:srgbClr val="FFFFFF"/>
                </a:solidFill>
              </a:rPr>
              <a:t>A FIGYELMÜKET!</a:t>
            </a:r>
            <a:endParaRPr lang="hu-HU" dirty="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r>
              <a:rPr lang="hu-HU" dirty="0" smtClean="0">
                <a:solidFill>
                  <a:schemeClr val="bg2"/>
                </a:solidFill>
              </a:rPr>
              <a:t>Gergő fodor</a:t>
            </a:r>
          </a:p>
          <a:p>
            <a:pPr rtl="0"/>
            <a:r>
              <a:rPr lang="hu-HU" dirty="0" smtClean="0">
                <a:solidFill>
                  <a:schemeClr val="bg2"/>
                </a:solidFill>
              </a:rPr>
              <a:t>Patrik </a:t>
            </a:r>
            <a:r>
              <a:rPr lang="hu-HU" dirty="0" err="1" smtClean="0">
                <a:solidFill>
                  <a:schemeClr val="bg2"/>
                </a:solidFill>
              </a:rPr>
              <a:t>sedlák</a:t>
            </a:r>
            <a:endParaRPr lang="hu-HU" dirty="0" smtClean="0">
              <a:solidFill>
                <a:schemeClr val="bg2"/>
              </a:solidFill>
            </a:endParaRPr>
          </a:p>
          <a:p>
            <a:pPr rtl="0"/>
            <a:r>
              <a:rPr lang="hu-HU" dirty="0" smtClean="0">
                <a:solidFill>
                  <a:schemeClr val="bg2"/>
                </a:solidFill>
              </a:rPr>
              <a:t>Bence </a:t>
            </a:r>
            <a:r>
              <a:rPr lang="hu-HU" dirty="0" err="1" smtClean="0">
                <a:solidFill>
                  <a:schemeClr val="bg2"/>
                </a:solidFill>
              </a:rPr>
              <a:t>dakos</a:t>
            </a:r>
            <a:endParaRPr lang="hu-HU" dirty="0">
              <a:solidFill>
                <a:schemeClr val="bg2"/>
              </a:solidFill>
            </a:endParaRPr>
          </a:p>
          <a:p>
            <a:pPr rtl="0"/>
            <a:endParaRPr lang="hu-HU" dirty="0">
              <a:solidFill>
                <a:schemeClr val="bg2"/>
              </a:solidFill>
            </a:endParaRPr>
          </a:p>
          <a:p>
            <a:pPr rtl="0"/>
            <a:endParaRPr lang="hu-HU" dirty="0">
              <a:solidFill>
                <a:schemeClr val="bg2"/>
              </a:solidFill>
            </a:endParaRPr>
          </a:p>
        </p:txBody>
      </p:sp>
      <p:grpSp>
        <p:nvGrpSpPr>
          <p:cNvPr id="14" name="Csoport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Téglalap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ztalék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BC12AA-1C15-4500-BC9C-8EE83A441DE9}">
  <ds:schemaRefs>
    <ds:schemaRef ds:uri="71af3243-3dd4-4a8d-8c0d-dd76da1f02a5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16c05727-aa75-4e4a-9b5f-8a80a1165891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Osztalék – technológiai elrendezés</Template>
  <TotalTime>0</TotalTime>
  <Words>125</Words>
  <Application>Microsoft Office PowerPoint</Application>
  <PresentationFormat>Szélesvásznú</PresentationFormat>
  <Paragraphs>32</Paragraphs>
  <Slides>8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Calibri</vt:lpstr>
      <vt:lpstr>Gill Sans MT</vt:lpstr>
      <vt:lpstr>Wingdings 2</vt:lpstr>
      <vt:lpstr>Osztalék</vt:lpstr>
      <vt:lpstr>Iskolai projekt: HeBLE</vt:lpstr>
      <vt:lpstr>Csapatunk tagjai</vt:lpstr>
      <vt:lpstr>HASZNÁLT TECHNOLÓGIÁK</vt:lpstr>
      <vt:lpstr>Patrik MUNKÁJA</vt:lpstr>
      <vt:lpstr>Gergő munkája</vt:lpstr>
      <vt:lpstr>Bence munkája</vt:lpstr>
      <vt:lpstr>A versenykörnyezet</vt:lpstr>
      <vt:lpstr>KÖSZÖNJÜK  A FIGYELMÜKET!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2025-01-13T07:13:36Z</dcterms:created>
  <dcterms:modified xsi:type="dcterms:W3CDTF">2025-01-29T08:14:19Z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