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9" r:id="rId6"/>
    <p:sldId id="262" r:id="rId7"/>
    <p:sldId id="263" r:id="rId8"/>
    <p:sldId id="261" r:id="rId9"/>
    <p:sldId id="264" r:id="rId10"/>
    <p:sldId id="258" r:id="rId11"/>
    <p:sldId id="260" r:id="rId12"/>
  </p:sldIdLst>
  <p:sldSz cx="12192000" cy="6858000"/>
  <p:notesSz cx="6858000" cy="9144000"/>
  <p:defaultTextStyle>
    <a:defPPr rtl="0">
      <a:defRPr lang="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zerző" initials="S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48" autoAdjust="0"/>
  </p:normalViewPr>
  <p:slideViewPr>
    <p:cSldViewPr snapToGrid="0">
      <p:cViewPr varScale="1">
        <p:scale>
          <a:sx n="164" d="100"/>
          <a:sy n="164" d="100"/>
        </p:scale>
        <p:origin x="9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0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93CEAFEF-D834-49EB-A77B-83345F8511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F1788A5-C0DC-4854-9DA1-5799AAFF4F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BE138-59DE-4CCE-BC05-C8289F820A4F}" type="datetimeFigureOut">
              <a:rPr lang="hu-HU" smtClean="0"/>
              <a:t>2025. 02. 06.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AE3DD13-D879-441F-AE1C-6AD1662438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49FEA87-2B0D-4F9A-834F-E75A989411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4EC7F-E669-4886-B0A7-2EB3B0147E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33457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5DFAA-8151-43F1-8218-1A676C54611E}" type="datetimeFigureOut">
              <a:rPr lang="hu-HU" noProof="0" smtClean="0"/>
              <a:t>2025. 02. 06.</a:t>
            </a:fld>
            <a:endParaRPr lang="hu-HU" noProof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noProof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noProof="0"/>
              <a:t>Mintaszöveg szerkesztése</a:t>
            </a:r>
          </a:p>
          <a:p>
            <a:pPr lvl="1"/>
            <a:r>
              <a:rPr lang="hu-HU" noProof="0"/>
              <a:t>Második szint</a:t>
            </a:r>
          </a:p>
          <a:p>
            <a:pPr lvl="2"/>
            <a:r>
              <a:rPr lang="hu-HU" noProof="0"/>
              <a:t>Harmadik szint</a:t>
            </a:r>
          </a:p>
          <a:p>
            <a:pPr lvl="3"/>
            <a:r>
              <a:rPr lang="hu-HU" noProof="0"/>
              <a:t>Negyedik szint</a:t>
            </a:r>
          </a:p>
          <a:p>
            <a:pPr lvl="4"/>
            <a:r>
              <a:rPr lang="hu-HU" noProof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24CA7-A258-4620-B482-398C3E6E42F7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4644163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2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01429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3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450937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4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1897325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5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928465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6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369086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7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2609703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24CA7-A258-4620-B482-398C3E6E42F7}" type="slidenum">
              <a:rPr lang="hu-HU" noProof="0" smtClean="0"/>
              <a:t>8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128664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 dirty="0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FB1095E-0207-45C6-91A7-AA5C0ECAF77D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E1A8F9-3D3D-4792-AC4D-78355299A20D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286372C-2F48-413B-AB87-E0AE7CDBEFBC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10CA00-3C78-4E80-BDC4-943FCC4AA20A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12" name="Cím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7B5506-EDF0-4C3A-B830-BBF3F054EE2B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36568C-8A71-4DEA-B6D3-725EA2FE6A31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7" name="Téglalap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8" name="Cím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F22219-BD99-403B-B9A4-C6480A94D55D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B473D03-A039-40EB-A341-F1ED0C939856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 dirty="0"/>
              <a:t>Kép hozzáadásához kattintson az ikonra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7667C1-242F-4547-A9A6-B56F8576423E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9" name="Cím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80CFC7-DFD9-4A70-AE92-50385801C1DB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Függőleges cím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hu-HU" smtClean="0"/>
              <a:t>Mintaszöveg szerkesztése</a:t>
            </a:r>
          </a:p>
          <a:p>
            <a:pPr lvl="1" rtl="0"/>
            <a:r>
              <a:rPr lang="hu-HU" smtClean="0"/>
              <a:t>Második szint</a:t>
            </a:r>
          </a:p>
          <a:p>
            <a:pPr lvl="2" rtl="0"/>
            <a:r>
              <a:rPr lang="hu-HU" smtClean="0"/>
              <a:t>Harmadik szint</a:t>
            </a:r>
          </a:p>
          <a:p>
            <a:pPr lvl="3" rtl="0"/>
            <a:r>
              <a:rPr lang="hu-HU" smtClean="0"/>
              <a:t>Negyedik szint</a:t>
            </a:r>
          </a:p>
          <a:p>
            <a:pPr lvl="4" rtl="0"/>
            <a:r>
              <a:rPr lang="hu-HU" smtClean="0"/>
              <a:t>Ötödik szint</a:t>
            </a: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F943764-A5EE-4C69-9C74-87A2F85F0CB0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hu-HU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hu-HU" dirty="0"/>
              <a:t>Mintaszöveg szerkesztése</a:t>
            </a:r>
          </a:p>
          <a:p>
            <a:pPr lvl="1" rtl="0"/>
            <a:r>
              <a:rPr lang="hu-HU" dirty="0"/>
              <a:t>Második szint</a:t>
            </a:r>
          </a:p>
          <a:p>
            <a:pPr lvl="2" rtl="0"/>
            <a:r>
              <a:rPr lang="hu-HU" dirty="0"/>
              <a:t>Harmadik szint</a:t>
            </a:r>
          </a:p>
          <a:p>
            <a:pPr lvl="3" rtl="0"/>
            <a:r>
              <a:rPr lang="hu-HU" dirty="0"/>
              <a:t>Negyedik szint</a:t>
            </a:r>
          </a:p>
          <a:p>
            <a:pPr lvl="4" rtl="0"/>
            <a:r>
              <a:rPr lang="hu-HU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7277D6DF-4495-474C-81A8-48F6F365AB90}" type="datetime1">
              <a:rPr lang="hu-HU" smtClean="0"/>
              <a:t>2025. 02. 06.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9" name="Téglalap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10" name="Téglalap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11" name="Téglalap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Téglalap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7" name="6. kép" descr="Digitális kapcsolatok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Csoport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Téglalap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Téglalap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Téglalap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r>
              <a:rPr lang="hu-HU" sz="4400" b="1" dirty="0" smtClean="0">
                <a:solidFill>
                  <a:schemeClr val="bg1"/>
                </a:solidFill>
              </a:rPr>
              <a:t>Iskolai projekt: </a:t>
            </a:r>
            <a:r>
              <a:rPr lang="hu-HU" sz="4400" b="1" dirty="0" smtClean="0">
                <a:solidFill>
                  <a:schemeClr val="bg1"/>
                </a:solidFill>
              </a:rPr>
              <a:t> </a:t>
            </a:r>
            <a:r>
              <a:rPr lang="hu-HU" sz="4400" b="1" dirty="0" err="1" smtClean="0">
                <a:solidFill>
                  <a:schemeClr val="bg1"/>
                </a:solidFill>
              </a:rPr>
              <a:t>heble</a:t>
            </a:r>
            <a:endParaRPr lang="hu-HU" sz="7200" dirty="0">
              <a:solidFill>
                <a:schemeClr val="bg1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Autofit/>
          </a:bodyPr>
          <a:lstStyle/>
          <a:p>
            <a:r>
              <a:rPr lang="hu-HU" sz="2400" dirty="0" err="1" smtClean="0">
                <a:solidFill>
                  <a:srgbClr val="7CEBFF"/>
                </a:solidFill>
              </a:rPr>
              <a:t>Healthy</a:t>
            </a:r>
            <a:r>
              <a:rPr lang="hu-HU" sz="2400" dirty="0" smtClean="0">
                <a:solidFill>
                  <a:srgbClr val="7CEBFF"/>
                </a:solidFill>
              </a:rPr>
              <a:t> body </a:t>
            </a:r>
            <a:r>
              <a:rPr lang="hu-HU" sz="2400" dirty="0" err="1" smtClean="0">
                <a:solidFill>
                  <a:srgbClr val="7CEBFF"/>
                </a:solidFill>
              </a:rPr>
              <a:t>lifestyle</a:t>
            </a:r>
            <a:r>
              <a:rPr lang="hu-HU" sz="2400" dirty="0">
                <a:solidFill>
                  <a:srgbClr val="7CEBFF"/>
                </a:solidFill>
              </a:rPr>
              <a:t> </a:t>
            </a:r>
            <a:r>
              <a:rPr lang="hu-HU" sz="2400" dirty="0" err="1">
                <a:solidFill>
                  <a:srgbClr val="7CEBFF"/>
                </a:solidFill>
              </a:rPr>
              <a:t>entertainment</a:t>
            </a:r>
            <a:endParaRPr lang="hu-HU" sz="2400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Téglalap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8" name="Tartalom helye 4" descr="Digitális számok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Csoport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/>
            <a:r>
              <a:rPr lang="hu-HU" sz="3600" b="1" dirty="0" smtClean="0"/>
              <a:t>Csapatunk tagjai</a:t>
            </a:r>
            <a:endParaRPr lang="hu-HU" sz="54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026403" y="1829250"/>
            <a:ext cx="4653367" cy="3678303"/>
          </a:xfrm>
        </p:spPr>
        <p:txBody>
          <a:bodyPr>
            <a:normAutofit/>
          </a:bodyPr>
          <a:lstStyle/>
          <a:p>
            <a:r>
              <a:rPr lang="hu-HU" sz="2800" b="1" dirty="0" err="1" smtClean="0">
                <a:solidFill>
                  <a:srgbClr val="FFFF00"/>
                </a:solidFill>
              </a:rPr>
              <a:t>Dakos</a:t>
            </a:r>
            <a:r>
              <a:rPr lang="hu-HU" sz="2800" b="1" dirty="0" smtClean="0">
                <a:solidFill>
                  <a:srgbClr val="FFFF00"/>
                </a:solidFill>
              </a:rPr>
              <a:t> János Bence</a:t>
            </a:r>
            <a:r>
              <a:rPr lang="hu-HU" sz="2800" b="1" dirty="0" smtClean="0">
                <a:solidFill>
                  <a:schemeClr val="bg1"/>
                </a:solidFill>
              </a:rPr>
              <a:t>, </a:t>
            </a:r>
            <a:r>
              <a:rPr lang="hu-HU" sz="2800" b="1" dirty="0">
                <a:solidFill>
                  <a:schemeClr val="bg1"/>
                </a:solidFill>
              </a:rPr>
              <a:t>Frontend </a:t>
            </a:r>
            <a:r>
              <a:rPr lang="hu-HU" sz="2800" b="1" dirty="0" smtClean="0">
                <a:solidFill>
                  <a:schemeClr val="bg1"/>
                </a:solidFill>
              </a:rPr>
              <a:t>fejlesztés</a:t>
            </a:r>
            <a:r>
              <a:rPr lang="hu-HU" sz="2800" b="1" dirty="0" smtClean="0">
                <a:solidFill>
                  <a:schemeClr val="bg1"/>
                </a:solidFill>
              </a:rPr>
              <a:t> </a:t>
            </a:r>
            <a:endParaRPr lang="hu-HU" sz="2800" b="1" dirty="0" smtClean="0">
              <a:solidFill>
                <a:schemeClr val="bg1"/>
              </a:solidFill>
            </a:endParaRPr>
          </a:p>
          <a:p>
            <a:r>
              <a:rPr lang="hu-HU" sz="2800" b="1" dirty="0" smtClean="0">
                <a:solidFill>
                  <a:srgbClr val="FFFF00"/>
                </a:solidFill>
              </a:rPr>
              <a:t>Fodor Gergő</a:t>
            </a:r>
            <a:r>
              <a:rPr lang="hu-HU" sz="2800" b="1" dirty="0" smtClean="0">
                <a:solidFill>
                  <a:schemeClr val="bg1"/>
                </a:solidFill>
              </a:rPr>
              <a:t>, </a:t>
            </a:r>
          </a:p>
          <a:p>
            <a:pPr marL="0" indent="0">
              <a:buNone/>
            </a:pPr>
            <a:r>
              <a:rPr lang="hu-HU" sz="2800" b="1" dirty="0">
                <a:solidFill>
                  <a:srgbClr val="FFFF00"/>
                </a:solidFill>
              </a:rPr>
              <a:t> </a:t>
            </a:r>
            <a:r>
              <a:rPr lang="hu-HU" sz="2800" b="1" dirty="0" smtClean="0">
                <a:solidFill>
                  <a:srgbClr val="FFFF00"/>
                </a:solidFill>
              </a:rPr>
              <a:t>  </a:t>
            </a:r>
            <a:r>
              <a:rPr lang="hu-HU" sz="2800" b="1" dirty="0" smtClean="0">
                <a:solidFill>
                  <a:schemeClr val="bg1"/>
                </a:solidFill>
              </a:rPr>
              <a:t>Frontend </a:t>
            </a:r>
            <a:r>
              <a:rPr lang="hu-HU" sz="2800" b="1" dirty="0" smtClean="0">
                <a:solidFill>
                  <a:schemeClr val="bg1"/>
                </a:solidFill>
              </a:rPr>
              <a:t>fejlesztés</a:t>
            </a:r>
            <a:endParaRPr lang="hu-HU" sz="2800" b="1" dirty="0">
              <a:solidFill>
                <a:schemeClr val="bg1"/>
              </a:solidFill>
            </a:endParaRPr>
          </a:p>
          <a:p>
            <a:r>
              <a:rPr lang="hu-HU" sz="2800" b="1" dirty="0" err="1" smtClean="0">
                <a:solidFill>
                  <a:srgbClr val="FFFF00"/>
                </a:solidFill>
              </a:rPr>
              <a:t>Sedlák</a:t>
            </a:r>
            <a:r>
              <a:rPr lang="hu-HU" sz="2800" b="1" dirty="0" smtClean="0">
                <a:solidFill>
                  <a:srgbClr val="FFFF00"/>
                </a:solidFill>
              </a:rPr>
              <a:t> Patrik András</a:t>
            </a:r>
            <a:r>
              <a:rPr lang="hu-HU" sz="2800" b="1" dirty="0" smtClean="0">
                <a:solidFill>
                  <a:schemeClr val="bg1"/>
                </a:solidFill>
              </a:rPr>
              <a:t>, </a:t>
            </a:r>
            <a:r>
              <a:rPr lang="hu-HU" sz="2800" b="1" dirty="0">
                <a:solidFill>
                  <a:schemeClr val="bg1"/>
                </a:solidFill>
              </a:rPr>
              <a:t>Backend </a:t>
            </a:r>
            <a:r>
              <a:rPr lang="hu-HU" sz="2800" b="1" dirty="0" smtClean="0">
                <a:solidFill>
                  <a:schemeClr val="bg1"/>
                </a:solidFill>
              </a:rPr>
              <a:t>fejlesztés</a:t>
            </a:r>
            <a:endParaRPr lang="hu-H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Téglalap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8" name="Tartalom helye 4" descr="Digitális számok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Csoport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99" y="810021"/>
            <a:ext cx="7213600" cy="1121871"/>
          </a:xfrm>
        </p:spPr>
        <p:txBody>
          <a:bodyPr rtlCol="0" anchor="ctr">
            <a:normAutofit/>
          </a:bodyPr>
          <a:lstStyle/>
          <a:p>
            <a:pPr algn="ctr"/>
            <a:r>
              <a:rPr lang="hu-HU" sz="3600" b="1" dirty="0" smtClean="0"/>
              <a:t>Használt technológiák</a:t>
            </a:r>
            <a:endParaRPr lang="hu-HU" sz="54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93463" y="1745485"/>
            <a:ext cx="6601004" cy="3678303"/>
          </a:xfrm>
        </p:spPr>
        <p:txBody>
          <a:bodyPr/>
          <a:lstStyle/>
          <a:p>
            <a:r>
              <a:rPr lang="hu-HU" sz="2400" b="1" dirty="0">
                <a:solidFill>
                  <a:srgbClr val="FFFF00"/>
                </a:solidFill>
              </a:rPr>
              <a:t>Frontend: </a:t>
            </a:r>
            <a:r>
              <a:rPr lang="hu-HU" sz="2400" dirty="0" err="1">
                <a:solidFill>
                  <a:schemeClr val="bg1"/>
                </a:solidFill>
              </a:rPr>
              <a:t>Angular</a:t>
            </a:r>
            <a:r>
              <a:rPr lang="hu-HU" sz="2400" dirty="0">
                <a:solidFill>
                  <a:schemeClr val="bg1"/>
                </a:solidFill>
              </a:rPr>
              <a:t> 19</a:t>
            </a:r>
          </a:p>
          <a:p>
            <a:r>
              <a:rPr lang="hu-HU" sz="2400" b="1" dirty="0">
                <a:solidFill>
                  <a:srgbClr val="FFFF00"/>
                </a:solidFill>
              </a:rPr>
              <a:t>Backend: </a:t>
            </a:r>
            <a:r>
              <a:rPr lang="hu-HU" sz="2400" dirty="0" err="1">
                <a:solidFill>
                  <a:schemeClr val="bg1"/>
                </a:solidFill>
              </a:rPr>
              <a:t>NodeJS</a:t>
            </a:r>
            <a:endParaRPr lang="hu-HU" sz="2400" dirty="0">
              <a:solidFill>
                <a:schemeClr val="bg1"/>
              </a:solidFill>
            </a:endParaRPr>
          </a:p>
          <a:p>
            <a:pPr lvl="1"/>
            <a:r>
              <a:rPr lang="hu-HU" sz="2400" b="1" dirty="0" smtClean="0">
                <a:solidFill>
                  <a:srgbClr val="FFFF00"/>
                </a:solidFill>
              </a:rPr>
              <a:t>Csomagok: </a:t>
            </a:r>
            <a:r>
              <a:rPr lang="hu-HU" sz="2800" dirty="0">
                <a:solidFill>
                  <a:schemeClr val="bg1"/>
                </a:solidFill>
              </a:rPr>
              <a:t>argon2, </a:t>
            </a:r>
            <a:r>
              <a:rPr lang="hu-HU" sz="2800" dirty="0" err="1">
                <a:solidFill>
                  <a:schemeClr val="bg1"/>
                </a:solidFill>
              </a:rPr>
              <a:t>bcrypt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err="1">
                <a:solidFill>
                  <a:schemeClr val="bg1"/>
                </a:solidFill>
              </a:rPr>
              <a:t>bcryptjs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err="1">
                <a:solidFill>
                  <a:schemeClr val="bg1"/>
                </a:solidFill>
              </a:rPr>
              <a:t>cors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err="1">
                <a:solidFill>
                  <a:schemeClr val="bg1"/>
                </a:solidFill>
              </a:rPr>
              <a:t>dotenv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err="1">
                <a:solidFill>
                  <a:schemeClr val="bg1"/>
                </a:solidFill>
              </a:rPr>
              <a:t>express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err="1">
                <a:solidFill>
                  <a:schemeClr val="bg1"/>
                </a:solidFill>
              </a:rPr>
              <a:t>express-validator</a:t>
            </a:r>
            <a:r>
              <a:rPr lang="hu-HU" sz="2800" dirty="0">
                <a:solidFill>
                  <a:schemeClr val="bg1"/>
                </a:solidFill>
              </a:rPr>
              <a:t>, mysql2, </a:t>
            </a:r>
            <a:r>
              <a:rPr lang="hu-HU" sz="2800" dirty="0" err="1">
                <a:solidFill>
                  <a:schemeClr val="bg1"/>
                </a:solidFill>
              </a:rPr>
              <a:t>nodemon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err="1">
                <a:solidFill>
                  <a:schemeClr val="bg1"/>
                </a:solidFill>
              </a:rPr>
              <a:t>sequelize</a:t>
            </a:r>
            <a:endParaRPr lang="hu-HU" sz="2800" dirty="0">
              <a:solidFill>
                <a:schemeClr val="bg1"/>
              </a:solidFill>
            </a:endParaRPr>
          </a:p>
          <a:p>
            <a:r>
              <a:rPr lang="hu-HU" sz="2400" b="1" dirty="0" smtClean="0">
                <a:solidFill>
                  <a:srgbClr val="FFFF00"/>
                </a:solidFill>
              </a:rPr>
              <a:t>Adatbázis</a:t>
            </a:r>
            <a:r>
              <a:rPr lang="hu-HU" sz="2400" dirty="0" smtClean="0">
                <a:solidFill>
                  <a:srgbClr val="FFFF00"/>
                </a:solidFill>
              </a:rPr>
              <a:t>: </a:t>
            </a:r>
            <a:r>
              <a:rPr lang="hu-HU" sz="2400" dirty="0" err="1">
                <a:solidFill>
                  <a:schemeClr val="bg1"/>
                </a:solidFill>
              </a:rPr>
              <a:t>MySQL</a:t>
            </a:r>
            <a:r>
              <a:rPr lang="hu-HU" sz="2400" dirty="0">
                <a:solidFill>
                  <a:schemeClr val="bg1"/>
                </a:solidFill>
              </a:rPr>
              <a:t> (</a:t>
            </a:r>
            <a:r>
              <a:rPr lang="hu-HU" sz="2400" dirty="0" err="1">
                <a:solidFill>
                  <a:schemeClr val="bg1"/>
                </a:solidFill>
              </a:rPr>
              <a:t>MariaDB</a:t>
            </a:r>
            <a:r>
              <a:rPr lang="hu-HU" sz="2400" dirty="0">
                <a:solidFill>
                  <a:schemeClr val="bg1"/>
                </a:solidFill>
              </a:rPr>
              <a:t>) [XAMPP]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11" name="Kép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85" y="4967889"/>
            <a:ext cx="1301316" cy="1380608"/>
          </a:xfrm>
          <a:prstGeom prst="rect">
            <a:avLst/>
          </a:prstGeom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403" y="4856345"/>
            <a:ext cx="2347088" cy="143177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7393" y="4532320"/>
            <a:ext cx="1749704" cy="17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6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Téglalap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10" y="5481694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hu-HU" sz="3000" b="1" dirty="0" err="1" smtClean="0">
                <a:solidFill>
                  <a:srgbClr val="FFFEFF"/>
                </a:solidFill>
              </a:rPr>
              <a:t>gERGŐ</a:t>
            </a:r>
            <a:r>
              <a:rPr lang="hu-HU" sz="3000" b="1" dirty="0" smtClean="0">
                <a:solidFill>
                  <a:srgbClr val="FFFEFF"/>
                </a:solidFill>
              </a:rPr>
              <a:t> munkája</a:t>
            </a:r>
            <a:endParaRPr lang="hu-HU" sz="3000" b="1" dirty="0">
              <a:solidFill>
                <a:srgbClr val="FFFE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30810" y="635431"/>
            <a:ext cx="3649858" cy="44673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3200" b="1" dirty="0">
                <a:solidFill>
                  <a:srgbClr val="002060"/>
                </a:solidFill>
              </a:rPr>
              <a:t>Frontend: </a:t>
            </a:r>
            <a:r>
              <a:rPr lang="hu-HU" sz="3200" b="1" dirty="0" smtClean="0">
                <a:solidFill>
                  <a:srgbClr val="002060"/>
                </a:solidFill>
              </a:rPr>
              <a:t> </a:t>
            </a:r>
          </a:p>
          <a:p>
            <a:pPr marL="0" indent="0">
              <a:buNone/>
            </a:pPr>
            <a:r>
              <a:rPr lang="hu-HU" sz="2400" dirty="0" smtClean="0">
                <a:solidFill>
                  <a:schemeClr val="tx1"/>
                </a:solidFill>
              </a:rPr>
              <a:t>A</a:t>
            </a:r>
            <a:r>
              <a:rPr lang="en-US" sz="2400" dirty="0" smtClean="0"/>
              <a:t> </a:t>
            </a:r>
            <a:r>
              <a:rPr lang="hu-HU" sz="2400" b="1" dirty="0" smtClean="0">
                <a:solidFill>
                  <a:srgbClr val="002060"/>
                </a:solidFill>
              </a:rPr>
              <a:t>fejlesztői környezet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</a:rPr>
              <a:t>Visual Studio Code</a:t>
            </a:r>
            <a:r>
              <a:rPr lang="hu-HU" sz="2400" dirty="0">
                <a:solidFill>
                  <a:schemeClr val="tx1"/>
                </a:solidFill>
              </a:rPr>
              <a:t> </a:t>
            </a:r>
            <a:r>
              <a:rPr lang="hu-HU" sz="2400" dirty="0" smtClean="0">
                <a:solidFill>
                  <a:schemeClr val="tx1"/>
                </a:solidFill>
              </a:rPr>
              <a:t>volt, az iskolai tanulmányaink során végig ezt használtuk, így egy ezt ismertük a legjobban</a:t>
            </a:r>
            <a:r>
              <a:rPr lang="en-US" sz="2400" dirty="0" smtClean="0">
                <a:solidFill>
                  <a:schemeClr val="tx1"/>
                </a:solidFill>
              </a:rPr>
              <a:t>. </a:t>
            </a:r>
            <a:endParaRPr lang="hu-HU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hu-HU" sz="2400" dirty="0">
                <a:solidFill>
                  <a:schemeClr val="tx1"/>
                </a:solidFill>
              </a:rPr>
              <a:t>A</a:t>
            </a:r>
            <a:r>
              <a:rPr lang="en-US" sz="2400" dirty="0" smtClean="0"/>
              <a:t> </a:t>
            </a:r>
            <a:r>
              <a:rPr lang="hu-HU" sz="2400" b="1" dirty="0" smtClean="0">
                <a:solidFill>
                  <a:srgbClr val="002060"/>
                </a:solidFill>
              </a:rPr>
              <a:t>keretrendszer</a:t>
            </a:r>
            <a:r>
              <a:rPr lang="en-US" sz="2400" dirty="0" smtClean="0"/>
              <a:t> </a:t>
            </a:r>
            <a:r>
              <a:rPr lang="hu-HU" sz="2400" dirty="0" smtClean="0"/>
              <a:t>pedig </a:t>
            </a:r>
            <a:r>
              <a:rPr lang="en-US" sz="2400" b="1" dirty="0" smtClean="0">
                <a:solidFill>
                  <a:srgbClr val="002060"/>
                </a:solidFill>
              </a:rPr>
              <a:t>Angular</a:t>
            </a:r>
            <a:r>
              <a:rPr lang="hu-HU" sz="2400" dirty="0" smtClean="0">
                <a:solidFill>
                  <a:schemeClr val="tx1"/>
                </a:solidFill>
              </a:rPr>
              <a:t>. (</a:t>
            </a:r>
            <a:r>
              <a:rPr lang="en-US" sz="2400" b="1" dirty="0" smtClean="0">
                <a:solidFill>
                  <a:srgbClr val="002060"/>
                </a:solidFill>
              </a:rPr>
              <a:t>19</a:t>
            </a:r>
            <a:r>
              <a:rPr lang="hu-HU" sz="2400" b="1" dirty="0" smtClean="0">
                <a:solidFill>
                  <a:srgbClr val="002060"/>
                </a:solidFill>
              </a:rPr>
              <a:t>-es </a:t>
            </a:r>
            <a:r>
              <a:rPr lang="hu-HU" sz="2400" dirty="0">
                <a:solidFill>
                  <a:schemeClr val="tx1"/>
                </a:solidFill>
              </a:rPr>
              <a:t>verzió)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912" y="799505"/>
            <a:ext cx="7503765" cy="560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6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Téglalap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1" y="5411952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hu-HU" sz="3200" b="1" dirty="0" smtClean="0">
                <a:solidFill>
                  <a:srgbClr val="FFFEFF"/>
                </a:solidFill>
              </a:rPr>
              <a:t>Patrik munkája</a:t>
            </a:r>
            <a:endParaRPr lang="hu-HU" sz="3200" b="1" dirty="0">
              <a:solidFill>
                <a:srgbClr val="FFFE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19925" y="802038"/>
            <a:ext cx="4465703" cy="43124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u-HU" sz="3200" b="1" dirty="0" smtClean="0">
                <a:solidFill>
                  <a:srgbClr val="002060"/>
                </a:solidFill>
              </a:rPr>
              <a:t>Backend:</a:t>
            </a:r>
          </a:p>
          <a:p>
            <a:pPr marL="0" indent="0">
              <a:buNone/>
            </a:pPr>
            <a:r>
              <a:rPr lang="hu-HU" sz="2400" dirty="0" smtClean="0">
                <a:solidFill>
                  <a:schemeClr val="tx1"/>
                </a:solidFill>
              </a:rPr>
              <a:t>A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hu-HU" sz="2400" b="1" dirty="0" smtClean="0">
                <a:solidFill>
                  <a:srgbClr val="002060"/>
                </a:solidFill>
              </a:rPr>
              <a:t>fejlesztői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hu-HU" sz="2400" b="1" dirty="0" smtClean="0">
                <a:solidFill>
                  <a:srgbClr val="002060"/>
                </a:solidFill>
              </a:rPr>
              <a:t>környezet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hu-HU" sz="2400" dirty="0" smtClean="0">
                <a:solidFill>
                  <a:schemeClr val="tx1"/>
                </a:solidFill>
              </a:rPr>
              <a:t>továbbra is </a:t>
            </a:r>
            <a:r>
              <a:rPr lang="en-US" sz="2400" b="1" dirty="0" smtClean="0">
                <a:solidFill>
                  <a:srgbClr val="002060"/>
                </a:solidFill>
              </a:rPr>
              <a:t>Visual </a:t>
            </a:r>
            <a:r>
              <a:rPr lang="en-US" sz="2400" b="1" dirty="0">
                <a:solidFill>
                  <a:srgbClr val="002060"/>
                </a:solidFill>
              </a:rPr>
              <a:t>Studio Code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hu-HU" sz="2400" dirty="0" smtClean="0">
                <a:solidFill>
                  <a:schemeClr val="tx1"/>
                </a:solidFill>
              </a:rPr>
              <a:t>és a </a:t>
            </a:r>
            <a:r>
              <a:rPr lang="hu-HU" sz="2400" b="1" dirty="0" smtClean="0">
                <a:solidFill>
                  <a:srgbClr val="002060"/>
                </a:solidFill>
              </a:rPr>
              <a:t>szerver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hu-HU" sz="2400" b="1" dirty="0" smtClean="0">
                <a:solidFill>
                  <a:srgbClr val="002060"/>
                </a:solidFill>
              </a:rPr>
              <a:t>futtatási</a:t>
            </a:r>
            <a:r>
              <a:rPr lang="en-US" sz="2400" b="1" dirty="0" smtClean="0">
                <a:solidFill>
                  <a:srgbClr val="002060"/>
                </a:solidFill>
              </a:rPr>
              <a:t> </a:t>
            </a:r>
            <a:r>
              <a:rPr lang="hu-HU" sz="2400" b="1" dirty="0" smtClean="0">
                <a:solidFill>
                  <a:srgbClr val="002060"/>
                </a:solidFill>
              </a:rPr>
              <a:t>környezete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hu-HU" sz="2400" dirty="0" smtClean="0">
                <a:solidFill>
                  <a:schemeClr val="tx1"/>
                </a:solidFill>
              </a:rPr>
              <a:t>a projektmunkához a </a:t>
            </a:r>
            <a:r>
              <a:rPr lang="en-US" sz="2400" b="1" dirty="0" smtClean="0">
                <a:solidFill>
                  <a:srgbClr val="002060"/>
                </a:solidFill>
              </a:rPr>
              <a:t>Node.JS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endParaRPr lang="hu-HU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hu-HU" sz="2400" dirty="0" smtClean="0">
                <a:solidFill>
                  <a:schemeClr val="tx1"/>
                </a:solidFill>
              </a:rPr>
              <a:t>Különböző létező </a:t>
            </a:r>
            <a:r>
              <a:rPr lang="hu-HU" sz="2400" b="1" dirty="0" smtClean="0">
                <a:solidFill>
                  <a:srgbClr val="002060"/>
                </a:solidFill>
              </a:rPr>
              <a:t>csomagokat</a:t>
            </a:r>
            <a:r>
              <a:rPr lang="hu-HU" sz="2400" b="1" dirty="0" smtClean="0">
                <a:solidFill>
                  <a:schemeClr val="tx1"/>
                </a:solidFill>
              </a:rPr>
              <a:t> </a:t>
            </a:r>
            <a:r>
              <a:rPr lang="hu-HU" sz="2400" dirty="0" smtClean="0">
                <a:solidFill>
                  <a:schemeClr val="tx1"/>
                </a:solidFill>
              </a:rPr>
              <a:t>(mások által létrehozott és fejlesztett)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hu-HU" sz="2400" dirty="0" smtClean="0">
                <a:solidFill>
                  <a:schemeClr val="tx1"/>
                </a:solidFill>
              </a:rPr>
              <a:t>használtunk </a:t>
            </a:r>
            <a:r>
              <a:rPr lang="hu-HU" sz="2400" b="1" dirty="0" smtClean="0">
                <a:solidFill>
                  <a:srgbClr val="002060"/>
                </a:solidFill>
              </a:rPr>
              <a:t>a projektünk elkészítéséhez</a:t>
            </a:r>
            <a:r>
              <a:rPr lang="en-US" sz="2400" b="1" dirty="0" smtClean="0">
                <a:solidFill>
                  <a:srgbClr val="002060"/>
                </a:solidFill>
              </a:rPr>
              <a:t>.</a:t>
            </a:r>
            <a:endParaRPr lang="hu-HU" sz="2400" dirty="0">
              <a:solidFill>
                <a:srgbClr val="002060"/>
              </a:solidFill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183" y="598516"/>
            <a:ext cx="6404494" cy="58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Téglalap 21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61" y="5411952"/>
            <a:ext cx="11029616" cy="718870"/>
          </a:xfrm>
        </p:spPr>
        <p:txBody>
          <a:bodyPr rtlCol="0">
            <a:normAutofit/>
          </a:bodyPr>
          <a:lstStyle/>
          <a:p>
            <a:pPr rtl="0"/>
            <a:r>
              <a:rPr lang="hu-HU" sz="3200" b="1" dirty="0" smtClean="0">
                <a:solidFill>
                  <a:srgbClr val="FFFEFF"/>
                </a:solidFill>
              </a:rPr>
              <a:t>Bence munkája</a:t>
            </a:r>
            <a:endParaRPr lang="hu-HU" sz="3200" b="1" dirty="0">
              <a:solidFill>
                <a:srgbClr val="FFFE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7181136" y="704778"/>
            <a:ext cx="4081011" cy="3073856"/>
          </a:xfrm>
        </p:spPr>
        <p:txBody>
          <a:bodyPr/>
          <a:lstStyle/>
          <a:p>
            <a:pPr marL="0" indent="0" algn="ctr">
              <a:buNone/>
            </a:pPr>
            <a:r>
              <a:rPr lang="hu-HU" sz="3200" b="1" i="1" dirty="0" smtClean="0">
                <a:solidFill>
                  <a:schemeClr val="tx1"/>
                </a:solidFill>
              </a:rPr>
              <a:t>LOGO DESIGN</a:t>
            </a:r>
            <a:endParaRPr lang="hu-HU" sz="3200" b="1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136" y="1765774"/>
            <a:ext cx="3809524" cy="3809524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40" y="3169541"/>
            <a:ext cx="6199079" cy="1749740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1970853" y="2549658"/>
            <a:ext cx="3481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3200" b="1" i="1" dirty="0" smtClean="0"/>
              <a:t>BANNER DESIGN</a:t>
            </a:r>
            <a:endParaRPr lang="hu-HU" sz="3200" b="1" i="1" dirty="0"/>
          </a:p>
        </p:txBody>
      </p:sp>
      <p:sp>
        <p:nvSpPr>
          <p:cNvPr id="8" name="Szövegdoboz 7"/>
          <p:cNvSpPr txBox="1"/>
          <p:nvPr/>
        </p:nvSpPr>
        <p:spPr>
          <a:xfrm>
            <a:off x="4760190" y="596190"/>
            <a:ext cx="2666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800" b="1" dirty="0" smtClean="0"/>
              <a:t>DESIGN</a:t>
            </a:r>
            <a:endParaRPr lang="hu-HU" sz="2000" b="1" dirty="0"/>
          </a:p>
        </p:txBody>
      </p:sp>
      <p:sp>
        <p:nvSpPr>
          <p:cNvPr id="6" name="Szövegdoboz 5"/>
          <p:cNvSpPr txBox="1"/>
          <p:nvPr/>
        </p:nvSpPr>
        <p:spPr>
          <a:xfrm>
            <a:off x="778339" y="1461518"/>
            <a:ext cx="7028206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 smtClean="0">
                <a:solidFill>
                  <a:srgbClr val="002060"/>
                </a:solidFill>
              </a:rPr>
              <a:t>Képtervezéshez és szerkesztéshez</a:t>
            </a:r>
          </a:p>
          <a:p>
            <a:r>
              <a:rPr lang="hu-HU" sz="2800" b="1" dirty="0" smtClean="0">
                <a:solidFill>
                  <a:srgbClr val="002060"/>
                </a:solidFill>
              </a:rPr>
              <a:t>használt szoftverek:</a:t>
            </a:r>
            <a:r>
              <a:rPr lang="en-US" sz="2800" b="1" dirty="0" smtClean="0">
                <a:solidFill>
                  <a:srgbClr val="002060"/>
                </a:solidFill>
              </a:rPr>
              <a:t> </a:t>
            </a:r>
            <a:r>
              <a:rPr lang="hu-HU" sz="2400" dirty="0" smtClean="0">
                <a:solidFill>
                  <a:srgbClr val="002060"/>
                </a:solidFill>
              </a:rPr>
              <a:t>A</a:t>
            </a:r>
            <a:r>
              <a:rPr lang="en-US" sz="2400" dirty="0" err="1" smtClean="0">
                <a:solidFill>
                  <a:srgbClr val="002060"/>
                </a:solidFill>
              </a:rPr>
              <a:t>dobe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hu-HU" sz="2400" dirty="0">
                <a:solidFill>
                  <a:srgbClr val="002060"/>
                </a:solidFill>
              </a:rPr>
              <a:t>P</a:t>
            </a:r>
            <a:r>
              <a:rPr lang="en-US" sz="2400" dirty="0" err="1" smtClean="0">
                <a:solidFill>
                  <a:srgbClr val="002060"/>
                </a:solidFill>
              </a:rPr>
              <a:t>hotoshop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hu-HU" sz="2400" dirty="0" smtClean="0">
                <a:solidFill>
                  <a:srgbClr val="002060"/>
                </a:solidFill>
              </a:rPr>
              <a:t>és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hu-HU" sz="2400" dirty="0" err="1">
                <a:solidFill>
                  <a:srgbClr val="002060"/>
                </a:solidFill>
              </a:rPr>
              <a:t>C</a:t>
            </a:r>
            <a:r>
              <a:rPr lang="en-US" sz="2400" dirty="0" err="1" smtClean="0">
                <a:solidFill>
                  <a:srgbClr val="002060"/>
                </a:solidFill>
              </a:rPr>
              <a:t>anva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dirty="0"/>
              <a:t/>
            </a:r>
            <a:br>
              <a:rPr lang="en-US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0991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hu-HU" sz="3600" b="1" dirty="0" smtClean="0"/>
              <a:t>Alkalmazás funkciói</a:t>
            </a:r>
            <a:endParaRPr lang="hu-HU" sz="3600" b="1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9752302" cy="4347153"/>
          </a:xfrm>
        </p:spPr>
        <p:txBody>
          <a:bodyPr>
            <a:normAutofit/>
          </a:bodyPr>
          <a:lstStyle/>
          <a:p>
            <a:r>
              <a:rPr lang="hu-HU" sz="2800" b="1" dirty="0" smtClean="0">
                <a:solidFill>
                  <a:schemeClr val="tx1"/>
                </a:solidFill>
              </a:rPr>
              <a:t>Felhasználók regisztrálása és bejelentkezése</a:t>
            </a:r>
            <a:endParaRPr lang="en-US" sz="2800" b="1" dirty="0">
              <a:solidFill>
                <a:schemeClr val="tx1"/>
              </a:solidFill>
            </a:endParaRPr>
          </a:p>
          <a:p>
            <a:r>
              <a:rPr lang="hu-HU" sz="2800" b="1" dirty="0" smtClean="0">
                <a:solidFill>
                  <a:schemeClr val="tx1"/>
                </a:solidFill>
              </a:rPr>
              <a:t>Felhasználók edzésének nyomon követése</a:t>
            </a:r>
            <a:endParaRPr lang="en-US" sz="2800" b="1" dirty="0">
              <a:solidFill>
                <a:schemeClr val="tx1"/>
              </a:solidFill>
            </a:endParaRPr>
          </a:p>
          <a:p>
            <a:r>
              <a:rPr lang="hu-HU" sz="2800" b="1" dirty="0" smtClean="0">
                <a:solidFill>
                  <a:schemeClr val="tx1"/>
                </a:solidFill>
              </a:rPr>
              <a:t>Javaslatok és tanácsok egy egészségesebb életmódhoz (étkezés, edzés tippek…)</a:t>
            </a:r>
            <a:endParaRPr lang="en-US" sz="2800" b="1" dirty="0">
              <a:solidFill>
                <a:schemeClr val="tx1"/>
              </a:solidFill>
            </a:endParaRPr>
          </a:p>
          <a:p>
            <a:r>
              <a:rPr lang="hu-HU" sz="2800" b="1" dirty="0" smtClean="0">
                <a:solidFill>
                  <a:schemeClr val="tx1"/>
                </a:solidFill>
              </a:rPr>
              <a:t>Pontok gyűjtése az edzések alapján</a:t>
            </a:r>
            <a:endParaRPr lang="en-US" sz="2800" b="1" dirty="0">
              <a:solidFill>
                <a:schemeClr val="tx1"/>
              </a:solidFill>
            </a:endParaRPr>
          </a:p>
          <a:p>
            <a:r>
              <a:rPr lang="hu-HU" sz="2800" b="1" dirty="0" smtClean="0">
                <a:solidFill>
                  <a:schemeClr val="tx1"/>
                </a:solidFill>
              </a:rPr>
              <a:t>Ezzel fejlődhetnek a felhasználók,  amelyek után különböző jutalmakhoz juthatnak és teljesítményeket érhetnek el.</a:t>
            </a:r>
            <a:endParaRPr lang="en-US" sz="2800" b="1" dirty="0">
              <a:solidFill>
                <a:schemeClr val="tx1"/>
              </a:solidFill>
            </a:endParaRPr>
          </a:p>
          <a:p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0333495" y="2228003"/>
            <a:ext cx="1277314" cy="3633047"/>
          </a:xfrm>
        </p:spPr>
        <p:txBody>
          <a:bodyPr>
            <a:normAutofit/>
          </a:bodyPr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Téglalap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hu-HU" dirty="0"/>
          </a:p>
        </p:txBody>
      </p:sp>
      <p:pic>
        <p:nvPicPr>
          <p:cNvPr id="5" name="Kép 4" descr="Digitális számok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Téglalap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8413" y="1249263"/>
            <a:ext cx="3277085" cy="2704825"/>
          </a:xfrm>
        </p:spPr>
        <p:txBody>
          <a:bodyPr rtlCol="0">
            <a:noAutofit/>
          </a:bodyPr>
          <a:lstStyle/>
          <a:p>
            <a:pPr algn="ctr" rtl="0"/>
            <a:r>
              <a:rPr lang="hu-HU" b="1" dirty="0" smtClean="0">
                <a:solidFill>
                  <a:srgbClr val="FFFFFF"/>
                </a:solidFill>
              </a:rPr>
              <a:t>Köszönjük</a:t>
            </a:r>
            <a:br>
              <a:rPr lang="hu-HU" b="1" dirty="0" smtClean="0">
                <a:solidFill>
                  <a:srgbClr val="FFFFFF"/>
                </a:solidFill>
              </a:rPr>
            </a:br>
            <a:r>
              <a:rPr lang="hu-HU" b="1" dirty="0" smtClean="0">
                <a:solidFill>
                  <a:srgbClr val="FFFFFF"/>
                </a:solidFill>
              </a:rPr>
              <a:t>a</a:t>
            </a:r>
            <a:br>
              <a:rPr lang="hu-HU" b="1" dirty="0" smtClean="0">
                <a:solidFill>
                  <a:srgbClr val="FFFFFF"/>
                </a:solidFill>
              </a:rPr>
            </a:br>
            <a:r>
              <a:rPr lang="hu-HU" b="1" dirty="0" smtClean="0">
                <a:solidFill>
                  <a:srgbClr val="FFFFFF"/>
                </a:solidFill>
              </a:rPr>
              <a:t>figyelmet!</a:t>
            </a:r>
            <a:endParaRPr lang="hu-HU" b="1" dirty="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1295" y="4421524"/>
            <a:ext cx="3214203" cy="2629006"/>
          </a:xfrm>
        </p:spPr>
        <p:txBody>
          <a:bodyPr rtlCol="0">
            <a:normAutofit/>
          </a:bodyPr>
          <a:lstStyle/>
          <a:p>
            <a:pPr algn="ctr" rtl="0"/>
            <a:r>
              <a:rPr lang="hu-HU" sz="2400" i="1" dirty="0" err="1" smtClean="0">
                <a:solidFill>
                  <a:schemeClr val="bg2"/>
                </a:solidFill>
              </a:rPr>
              <a:t>Dakos</a:t>
            </a:r>
            <a:r>
              <a:rPr lang="hu-HU" sz="2400" i="1" dirty="0" smtClean="0">
                <a:solidFill>
                  <a:schemeClr val="bg2"/>
                </a:solidFill>
              </a:rPr>
              <a:t> </a:t>
            </a:r>
            <a:r>
              <a:rPr lang="hu-HU" sz="2400" i="1" dirty="0" err="1" smtClean="0">
                <a:solidFill>
                  <a:schemeClr val="bg2"/>
                </a:solidFill>
              </a:rPr>
              <a:t>jános</a:t>
            </a:r>
            <a:r>
              <a:rPr lang="hu-HU" sz="2400" i="1" dirty="0" smtClean="0">
                <a:solidFill>
                  <a:schemeClr val="bg2"/>
                </a:solidFill>
              </a:rPr>
              <a:t> </a:t>
            </a:r>
            <a:r>
              <a:rPr lang="hu-HU" sz="2400" i="1" dirty="0" err="1" smtClean="0">
                <a:solidFill>
                  <a:schemeClr val="bg2"/>
                </a:solidFill>
              </a:rPr>
              <a:t>bence</a:t>
            </a:r>
            <a:endParaRPr lang="hu-HU" sz="2400" i="1" dirty="0" smtClean="0">
              <a:solidFill>
                <a:schemeClr val="bg2"/>
              </a:solidFill>
            </a:endParaRPr>
          </a:p>
          <a:p>
            <a:pPr algn="ctr" rtl="0"/>
            <a:r>
              <a:rPr lang="hu-HU" sz="2400" i="1" dirty="0" smtClean="0">
                <a:solidFill>
                  <a:schemeClr val="bg2"/>
                </a:solidFill>
              </a:rPr>
              <a:t>Fodor </a:t>
            </a:r>
            <a:r>
              <a:rPr lang="hu-HU" sz="2400" i="1" dirty="0" err="1" smtClean="0">
                <a:solidFill>
                  <a:schemeClr val="bg2"/>
                </a:solidFill>
              </a:rPr>
              <a:t>gergő</a:t>
            </a:r>
            <a:endParaRPr lang="hu-HU" sz="2400" i="1" dirty="0" smtClean="0">
              <a:solidFill>
                <a:schemeClr val="bg2"/>
              </a:solidFill>
            </a:endParaRPr>
          </a:p>
          <a:p>
            <a:pPr algn="ctr" rtl="0"/>
            <a:r>
              <a:rPr lang="hu-HU" sz="2400" i="1" dirty="0" err="1" smtClean="0">
                <a:solidFill>
                  <a:schemeClr val="bg2"/>
                </a:solidFill>
              </a:rPr>
              <a:t>Sedlák</a:t>
            </a:r>
            <a:r>
              <a:rPr lang="hu-HU" sz="2400" i="1" dirty="0" smtClean="0">
                <a:solidFill>
                  <a:schemeClr val="bg2"/>
                </a:solidFill>
              </a:rPr>
              <a:t> </a:t>
            </a:r>
            <a:r>
              <a:rPr lang="hu-HU" sz="2400" i="1" dirty="0" err="1" smtClean="0">
                <a:solidFill>
                  <a:schemeClr val="bg2"/>
                </a:solidFill>
              </a:rPr>
              <a:t>patrik</a:t>
            </a:r>
            <a:r>
              <a:rPr lang="hu-HU" sz="2400" i="1" dirty="0" smtClean="0">
                <a:solidFill>
                  <a:schemeClr val="bg2"/>
                </a:solidFill>
              </a:rPr>
              <a:t> </a:t>
            </a:r>
            <a:r>
              <a:rPr lang="hu-HU" sz="2400" i="1" dirty="0" err="1" smtClean="0">
                <a:solidFill>
                  <a:schemeClr val="bg2"/>
                </a:solidFill>
              </a:rPr>
              <a:t>andrás</a:t>
            </a:r>
            <a:endParaRPr lang="hu-HU" sz="2400" i="1" dirty="0" smtClean="0">
              <a:solidFill>
                <a:schemeClr val="bg2"/>
              </a:solidFill>
            </a:endParaRPr>
          </a:p>
          <a:p>
            <a:pPr rtl="0"/>
            <a:endParaRPr lang="hu-HU" dirty="0">
              <a:solidFill>
                <a:schemeClr val="bg2"/>
              </a:solidFill>
            </a:endParaRPr>
          </a:p>
          <a:p>
            <a:pPr rtl="0"/>
            <a:endParaRPr lang="hu-HU" dirty="0">
              <a:solidFill>
                <a:schemeClr val="bg2"/>
              </a:solidFill>
            </a:endParaRPr>
          </a:p>
        </p:txBody>
      </p:sp>
      <p:grpSp>
        <p:nvGrpSpPr>
          <p:cNvPr id="14" name="Csoport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Téglalap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Téglalap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ztalék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BC12AA-1C15-4500-BC9C-8EE83A441DE9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16c05727-aa75-4e4a-9b5f-8a80a1165891"/>
    <ds:schemaRef ds:uri="http://schemas.microsoft.com/office/2006/documentManagement/types"/>
    <ds:schemaRef ds:uri="71af3243-3dd4-4a8d-8c0d-dd76da1f02a5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Osztalék – technológiai elrendezés</Template>
  <TotalTime>0</TotalTime>
  <Words>220</Words>
  <Application>Microsoft Office PowerPoint</Application>
  <PresentationFormat>Szélesvásznú</PresentationFormat>
  <Paragraphs>44</Paragraphs>
  <Slides>8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Calibri</vt:lpstr>
      <vt:lpstr>Gill Sans MT</vt:lpstr>
      <vt:lpstr>Wingdings 2</vt:lpstr>
      <vt:lpstr>Osztalék</vt:lpstr>
      <vt:lpstr>Iskolai projekt:  heble</vt:lpstr>
      <vt:lpstr>Csapatunk tagjai</vt:lpstr>
      <vt:lpstr>Használt technológiák</vt:lpstr>
      <vt:lpstr>gERGŐ munkája</vt:lpstr>
      <vt:lpstr>Patrik munkája</vt:lpstr>
      <vt:lpstr>Bence munkája</vt:lpstr>
      <vt:lpstr>Alkalmazás funkciói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2025-01-13T07:13:36Z</dcterms:created>
  <dcterms:modified xsi:type="dcterms:W3CDTF">2025-02-06T13:08:01Z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