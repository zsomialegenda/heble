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72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9" r:id="rId6"/>
    <p:sldId id="262" r:id="rId7"/>
    <p:sldId id="261" r:id="rId8"/>
    <p:sldId id="263" r:id="rId9"/>
    <p:sldId id="264" r:id="rId10"/>
    <p:sldId id="258" r:id="rId11"/>
    <p:sldId id="260" r:id="rId12"/>
  </p:sldIdLst>
  <p:sldSz cx="12192000" cy="6858000"/>
  <p:notesSz cx="6858000" cy="9144000"/>
  <p:defaultTextStyle>
    <a:defPPr rtl="0">
      <a:defRPr lang="hu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Szerző" initials="S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48" autoAdjust="0"/>
  </p:normalViewPr>
  <p:slideViewPr>
    <p:cSldViewPr snapToGrid="0">
      <p:cViewPr varScale="1">
        <p:scale>
          <a:sx n="115" d="100"/>
          <a:sy n="115" d="100"/>
        </p:scale>
        <p:origin x="3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00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93CEAFEF-D834-49EB-A77B-83345F85117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F1788A5-C0DC-4854-9DA1-5799AAFF4F1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1BE138-59DE-4CCE-BC05-C8289F820A4F}" type="datetimeFigureOut">
              <a:rPr lang="hu-HU" smtClean="0"/>
              <a:t>2025. 01. 29.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BAE3DD13-D879-441F-AE1C-6AD1662438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9FEA87-2B0D-4F9A-834F-E75A9894115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A4EC7F-E669-4886-B0A7-2EB3B0147ED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334579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noProof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95DFAA-8151-43F1-8218-1A676C54611E}" type="datetimeFigureOut">
              <a:rPr lang="hu-HU" noProof="0" smtClean="0"/>
              <a:t>2025. 01. 29.</a:t>
            </a:fld>
            <a:endParaRPr lang="hu-HU" noProof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noProof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noProof="0"/>
              <a:t>Mintaszöveg szerkesztése</a:t>
            </a:r>
          </a:p>
          <a:p>
            <a:pPr lvl="1"/>
            <a:r>
              <a:rPr lang="hu-HU" noProof="0"/>
              <a:t>Második szint</a:t>
            </a:r>
          </a:p>
          <a:p>
            <a:pPr lvl="2"/>
            <a:r>
              <a:rPr lang="hu-HU" noProof="0"/>
              <a:t>Harmadik szint</a:t>
            </a:r>
          </a:p>
          <a:p>
            <a:pPr lvl="3"/>
            <a:r>
              <a:rPr lang="hu-HU" noProof="0"/>
              <a:t>Negyedik szint</a:t>
            </a:r>
          </a:p>
          <a:p>
            <a:pPr lvl="4"/>
            <a:r>
              <a:rPr lang="hu-HU" noProof="0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noProof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524CA7-A258-4620-B482-398C3E6E42F7}" type="slidenum">
              <a:rPr lang="hu-HU" noProof="0" smtClean="0"/>
              <a:t>‹#›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46441635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2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201429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3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14509378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4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2928465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5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1897325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6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3369086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7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26097039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524CA7-A258-4620-B482-398C3E6E42F7}" type="slidenum">
              <a:rPr lang="hu-HU" noProof="0" smtClean="0"/>
              <a:t>8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3128664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hu-HU" dirty="0"/>
              <a:t>Alcím mintájának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FB1095E-0207-45C6-91A7-AA5C0ECAF77D}" type="datetime1">
              <a:rPr lang="hu-HU" smtClean="0"/>
              <a:t>2025. 01. 29.</a:t>
            </a:fld>
            <a:endParaRPr lang="hu-HU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hu-HU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3E1A8F9-3D3D-4792-AC4D-78355299A20D}" type="datetime1">
              <a:rPr lang="hu-HU" smtClean="0"/>
              <a:t>2025. 01. 29.</a:t>
            </a:fld>
            <a:endParaRPr lang="hu-HU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smtClean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286372C-2F48-413B-AB87-E0AE7CDBEFBC}" type="datetime1">
              <a:rPr lang="hu-HU" smtClean="0"/>
              <a:t>2025. 01. 29.</a:t>
            </a:fld>
            <a:endParaRPr lang="hu-HU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hu-HU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ét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10CA00-3C78-4E80-BDC4-943FCC4AA20A}" type="datetime1">
              <a:rPr lang="hu-HU" smtClean="0"/>
              <a:t>2025. 01. 29.</a:t>
            </a:fld>
            <a:endParaRPr lang="hu-HU" dirty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églalap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12" name="Cím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smtClean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smtClean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F7B5506-EDF0-4C3A-B830-BBF3F054EE2B}" type="datetime1">
              <a:rPr lang="hu-HU" smtClean="0"/>
              <a:t>2025. 01. 29.</a:t>
            </a:fld>
            <a:endParaRPr lang="hu-HU" dirty="0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236568C-8A71-4DEA-B6D3-725EA2FE6A31}" type="datetime1">
              <a:rPr lang="hu-HU" smtClean="0"/>
              <a:t>2025. 01. 29.</a:t>
            </a:fld>
            <a:endParaRPr lang="hu-HU" dirty="0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  <p:sp>
        <p:nvSpPr>
          <p:cNvPr id="7" name="Téglalap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8" name="Cím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hu-HU" dirty="0"/>
              <a:t>Mintacím stílusának szerkesztése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4F22219-BD99-403B-B9A4-C6480A94D55D}" type="datetime1">
              <a:rPr lang="hu-HU" smtClean="0"/>
              <a:t>2025. 01. 29.</a:t>
            </a:fld>
            <a:endParaRPr lang="hu-HU" dirty="0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églalap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B473D03-A039-40EB-A341-F1ED0C939856}" type="datetime1">
              <a:rPr lang="hu-HU" smtClean="0"/>
              <a:t>2025. 01. 29.</a:t>
            </a:fld>
            <a:endParaRPr lang="hu-HU" dirty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Kép helyőrzőj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hu-HU" dirty="0"/>
              <a:t>Kép hozzáadásához kattintson az ikonra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37667C1-242F-4547-A9A6-B56F8576423E}" type="datetime1">
              <a:rPr lang="hu-HU" smtClean="0"/>
              <a:t>2025. 01. 29.</a:t>
            </a:fld>
            <a:endParaRPr lang="hu-HU" dirty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9" name="Cím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780CFC7-DFD9-4A70-AE92-50385801C1DB}" type="datetime1">
              <a:rPr lang="hu-HU" smtClean="0"/>
              <a:t>2025. 01. 29.</a:t>
            </a:fld>
            <a:endParaRPr lang="hu-HU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Függőleges cím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hu-HU" smtClean="0"/>
              <a:t>Mintaszöveg szerkesztése</a:t>
            </a:r>
          </a:p>
          <a:p>
            <a:pPr lvl="1" rtl="0"/>
            <a:r>
              <a:rPr lang="hu-HU" smtClean="0"/>
              <a:t>Második szint</a:t>
            </a:r>
          </a:p>
          <a:p>
            <a:pPr lvl="2" rtl="0"/>
            <a:r>
              <a:rPr lang="hu-HU" smtClean="0"/>
              <a:t>Harmadik szint</a:t>
            </a:r>
          </a:p>
          <a:p>
            <a:pPr lvl="3" rtl="0"/>
            <a:r>
              <a:rPr lang="hu-HU" smtClean="0"/>
              <a:t>Negyedik szint</a:t>
            </a:r>
          </a:p>
          <a:p>
            <a:pPr lvl="4" rtl="0"/>
            <a:r>
              <a:rPr lang="hu-HU" smtClean="0"/>
              <a:t>Ötödik szint</a:t>
            </a:r>
            <a:endParaRPr lang="hu-HU" dirty="0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AF943764-A5EE-4C69-9C74-87A2F85F0CB0}" type="datetime1">
              <a:rPr lang="hu-HU" smtClean="0"/>
              <a:t>2025. 01. 29.</a:t>
            </a:fld>
            <a:endParaRPr lang="hu-HU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hu-HU" dirty="0"/>
              <a:t>Mintacím stílusának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hu-HU" dirty="0"/>
              <a:t>Mintaszöveg szerkesztése</a:t>
            </a:r>
          </a:p>
          <a:p>
            <a:pPr lvl="1" rtl="0"/>
            <a:r>
              <a:rPr lang="hu-HU" dirty="0"/>
              <a:t>Második szint</a:t>
            </a:r>
          </a:p>
          <a:p>
            <a:pPr lvl="2" rtl="0"/>
            <a:r>
              <a:rPr lang="hu-HU" dirty="0"/>
              <a:t>Harmadik szint</a:t>
            </a:r>
          </a:p>
          <a:p>
            <a:pPr lvl="3" rtl="0"/>
            <a:r>
              <a:rPr lang="hu-HU" dirty="0"/>
              <a:t>Negyedik szint</a:t>
            </a:r>
          </a:p>
          <a:p>
            <a:pPr lvl="4" rtl="0"/>
            <a:r>
              <a:rPr lang="hu-HU" dirty="0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7277D6DF-4495-474C-81A8-48F6F365AB90}" type="datetime1">
              <a:rPr lang="hu-HU" smtClean="0"/>
              <a:t>2025. 01. 29.</a:t>
            </a:fld>
            <a:endParaRPr lang="hu-HU" dirty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hu-HU" dirty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hu-HU" smtClean="0"/>
              <a:pPr/>
              <a:t>‹#›</a:t>
            </a:fld>
            <a:endParaRPr lang="hu-HU" dirty="0"/>
          </a:p>
        </p:txBody>
      </p:sp>
      <p:sp>
        <p:nvSpPr>
          <p:cNvPr id="9" name="Téglalap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10" name="Téglalap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11" name="Téglalap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Téglalap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pic>
        <p:nvPicPr>
          <p:cNvPr id="7" name="6. kép" descr="Digitális kapcsolatok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Csoport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Téglalap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Téglalap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Téglalap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" name="Téglalap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r>
              <a:rPr lang="hu-HU" sz="2400" b="1" dirty="0" err="1">
                <a:solidFill>
                  <a:schemeClr val="bg1"/>
                </a:solidFill>
              </a:rPr>
              <a:t>School</a:t>
            </a:r>
            <a:r>
              <a:rPr lang="hu-HU" sz="2400" b="1" dirty="0">
                <a:solidFill>
                  <a:schemeClr val="bg1"/>
                </a:solidFill>
              </a:rPr>
              <a:t> </a:t>
            </a:r>
            <a:r>
              <a:rPr lang="hu-HU" sz="2400" b="1" dirty="0" smtClean="0">
                <a:solidFill>
                  <a:schemeClr val="bg1"/>
                </a:solidFill>
              </a:rPr>
              <a:t>Project: </a:t>
            </a:r>
            <a:r>
              <a:rPr lang="hu-HU" sz="2400" b="1" dirty="0" err="1" smtClean="0">
                <a:solidFill>
                  <a:schemeClr val="bg1"/>
                </a:solidFill>
              </a:rPr>
              <a:t>HeBLE</a:t>
            </a:r>
            <a:endParaRPr lang="hu-HU" sz="4400" dirty="0">
              <a:solidFill>
                <a:schemeClr val="bg1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r>
              <a:rPr lang="hu-HU" dirty="0" err="1" smtClean="0">
                <a:solidFill>
                  <a:srgbClr val="7CEBFF"/>
                </a:solidFill>
              </a:rPr>
              <a:t>Healthy</a:t>
            </a:r>
            <a:r>
              <a:rPr lang="hu-HU" dirty="0" smtClean="0">
                <a:solidFill>
                  <a:srgbClr val="7CEBFF"/>
                </a:solidFill>
              </a:rPr>
              <a:t> body </a:t>
            </a:r>
            <a:r>
              <a:rPr lang="hu-HU" dirty="0" err="1" smtClean="0">
                <a:solidFill>
                  <a:srgbClr val="7CEBFF"/>
                </a:solidFill>
              </a:rPr>
              <a:t>lifestyle</a:t>
            </a:r>
            <a:r>
              <a:rPr lang="hu-HU" dirty="0">
                <a:solidFill>
                  <a:srgbClr val="7CEBFF"/>
                </a:solidFill>
              </a:rPr>
              <a:t> </a:t>
            </a:r>
            <a:r>
              <a:rPr lang="hu-HU" dirty="0" err="1">
                <a:solidFill>
                  <a:srgbClr val="7CEBFF"/>
                </a:solidFill>
              </a:rPr>
              <a:t>entertainment</a:t>
            </a:r>
            <a:endParaRPr lang="hu-HU" dirty="0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Téglalap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pic>
        <p:nvPicPr>
          <p:cNvPr id="8" name="Tartalom helye 4" descr="Digitális számok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Csoport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Téglalap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Téglalap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pPr algn="ctr"/>
            <a:r>
              <a:rPr lang="hu-HU" b="1" dirty="0" err="1"/>
              <a:t>Members</a:t>
            </a:r>
            <a:r>
              <a:rPr lang="hu-HU" b="1" dirty="0"/>
              <a:t> of </a:t>
            </a:r>
            <a:r>
              <a:rPr lang="hu-HU" b="1" dirty="0" err="1"/>
              <a:t>our</a:t>
            </a:r>
            <a:r>
              <a:rPr lang="hu-HU" b="1" dirty="0"/>
              <a:t> team</a:t>
            </a:r>
            <a:endParaRPr lang="hu-HU" sz="44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84200" y="1166697"/>
            <a:ext cx="6601004" cy="3678303"/>
          </a:xfrm>
        </p:spPr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Patrik András </a:t>
            </a:r>
            <a:r>
              <a:rPr lang="hu-HU" b="1" dirty="0" err="1">
                <a:solidFill>
                  <a:schemeClr val="bg1"/>
                </a:solidFill>
              </a:rPr>
              <a:t>Sedlák</a:t>
            </a:r>
            <a:r>
              <a:rPr lang="hu-HU" b="1" dirty="0">
                <a:solidFill>
                  <a:schemeClr val="bg1"/>
                </a:solidFill>
              </a:rPr>
              <a:t>, Backend </a:t>
            </a:r>
            <a:r>
              <a:rPr lang="hu-HU" b="1" dirty="0" err="1">
                <a:solidFill>
                  <a:schemeClr val="bg1"/>
                </a:solidFill>
              </a:rPr>
              <a:t>developing</a:t>
            </a:r>
            <a:endParaRPr lang="hu-HU" b="1" dirty="0">
              <a:solidFill>
                <a:schemeClr val="bg1"/>
              </a:solidFill>
            </a:endParaRPr>
          </a:p>
          <a:p>
            <a:r>
              <a:rPr lang="hu-HU" b="1" dirty="0">
                <a:solidFill>
                  <a:schemeClr val="bg1"/>
                </a:solidFill>
              </a:rPr>
              <a:t>János Bence </a:t>
            </a:r>
            <a:r>
              <a:rPr lang="hu-HU" b="1" dirty="0" err="1">
                <a:solidFill>
                  <a:schemeClr val="bg1"/>
                </a:solidFill>
              </a:rPr>
              <a:t>Dakos</a:t>
            </a:r>
            <a:r>
              <a:rPr lang="hu-HU" b="1" dirty="0">
                <a:solidFill>
                  <a:schemeClr val="bg1"/>
                </a:solidFill>
              </a:rPr>
              <a:t>, Frontend </a:t>
            </a:r>
            <a:r>
              <a:rPr lang="hu-HU" b="1" dirty="0" err="1">
                <a:solidFill>
                  <a:schemeClr val="bg1"/>
                </a:solidFill>
              </a:rPr>
              <a:t>developing</a:t>
            </a:r>
            <a:r>
              <a:rPr lang="hu-HU" b="1" dirty="0">
                <a:solidFill>
                  <a:schemeClr val="bg1"/>
                </a:solidFill>
              </a:rPr>
              <a:t> &amp; </a:t>
            </a:r>
            <a:r>
              <a:rPr lang="hu-HU" b="1" dirty="0" err="1">
                <a:solidFill>
                  <a:schemeClr val="bg1"/>
                </a:solidFill>
              </a:rPr>
              <a:t>database</a:t>
            </a:r>
            <a:endParaRPr lang="hu-HU" b="1" dirty="0">
              <a:solidFill>
                <a:schemeClr val="bg1"/>
              </a:solidFill>
            </a:endParaRPr>
          </a:p>
          <a:p>
            <a:r>
              <a:rPr lang="hu-HU" b="1" dirty="0">
                <a:solidFill>
                  <a:schemeClr val="bg1"/>
                </a:solidFill>
              </a:rPr>
              <a:t>Gergő Fodor, Frontend </a:t>
            </a:r>
            <a:r>
              <a:rPr lang="hu-HU" b="1" dirty="0" err="1">
                <a:solidFill>
                  <a:schemeClr val="bg1"/>
                </a:solidFill>
              </a:rPr>
              <a:t>developing</a:t>
            </a:r>
            <a:r>
              <a:rPr lang="hu-HU" b="1" dirty="0">
                <a:solidFill>
                  <a:schemeClr val="bg1"/>
                </a:solidFill>
              </a:rPr>
              <a:t> &amp; </a:t>
            </a:r>
            <a:r>
              <a:rPr lang="hu-HU" b="1" dirty="0" err="1">
                <a:solidFill>
                  <a:schemeClr val="bg1"/>
                </a:solidFill>
              </a:rPr>
              <a:t>database</a:t>
            </a:r>
            <a:endParaRPr lang="hu-HU" b="1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899" y="4423818"/>
            <a:ext cx="6096000" cy="1720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322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Téglalap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pic>
        <p:nvPicPr>
          <p:cNvPr id="8" name="Tartalom helye 4" descr="Digitális számok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Csoport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Téglalap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Téglalap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pPr algn="ctr"/>
            <a:r>
              <a:rPr lang="hu-HU" b="1" dirty="0"/>
              <a:t>Technologies  </a:t>
            </a:r>
            <a:r>
              <a:rPr lang="hu-HU" b="1" dirty="0" err="1"/>
              <a:t>Used</a:t>
            </a:r>
            <a:endParaRPr lang="hu-HU" sz="44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767080" y="1666047"/>
            <a:ext cx="6601004" cy="3678303"/>
          </a:xfrm>
        </p:spPr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Frontend: </a:t>
            </a:r>
            <a:r>
              <a:rPr lang="hu-HU" dirty="0" err="1">
                <a:solidFill>
                  <a:schemeClr val="bg1"/>
                </a:solidFill>
              </a:rPr>
              <a:t>Angular</a:t>
            </a:r>
            <a:r>
              <a:rPr lang="hu-HU" dirty="0">
                <a:solidFill>
                  <a:schemeClr val="bg1"/>
                </a:solidFill>
              </a:rPr>
              <a:t> 19</a:t>
            </a:r>
          </a:p>
          <a:p>
            <a:r>
              <a:rPr lang="hu-HU" b="1" dirty="0">
                <a:solidFill>
                  <a:schemeClr val="bg1"/>
                </a:solidFill>
              </a:rPr>
              <a:t>Backend: </a:t>
            </a:r>
            <a:r>
              <a:rPr lang="hu-HU" dirty="0" err="1">
                <a:solidFill>
                  <a:schemeClr val="bg1"/>
                </a:solidFill>
              </a:rPr>
              <a:t>NodeJS</a:t>
            </a:r>
            <a:endParaRPr lang="hu-HU" dirty="0">
              <a:solidFill>
                <a:schemeClr val="bg1"/>
              </a:solidFill>
            </a:endParaRPr>
          </a:p>
          <a:p>
            <a:pPr lvl="1"/>
            <a:r>
              <a:rPr lang="hu-HU" sz="1800" b="1" dirty="0" err="1">
                <a:solidFill>
                  <a:schemeClr val="bg1"/>
                </a:solidFill>
              </a:rPr>
              <a:t>Packages</a:t>
            </a:r>
            <a:r>
              <a:rPr lang="hu-HU" sz="1800" b="1" dirty="0">
                <a:solidFill>
                  <a:schemeClr val="bg1"/>
                </a:solidFill>
              </a:rPr>
              <a:t>: </a:t>
            </a:r>
            <a:r>
              <a:rPr lang="hu-HU" sz="2000" dirty="0">
                <a:solidFill>
                  <a:schemeClr val="bg1"/>
                </a:solidFill>
              </a:rPr>
              <a:t>argon2, </a:t>
            </a:r>
            <a:r>
              <a:rPr lang="hu-HU" sz="2000" dirty="0" err="1">
                <a:solidFill>
                  <a:schemeClr val="bg1"/>
                </a:solidFill>
              </a:rPr>
              <a:t>bcrypt</a:t>
            </a:r>
            <a:r>
              <a:rPr lang="hu-HU" sz="2000" dirty="0">
                <a:solidFill>
                  <a:schemeClr val="bg1"/>
                </a:solidFill>
              </a:rPr>
              <a:t>, </a:t>
            </a:r>
            <a:r>
              <a:rPr lang="hu-HU" sz="2000" dirty="0" err="1">
                <a:solidFill>
                  <a:schemeClr val="bg1"/>
                </a:solidFill>
              </a:rPr>
              <a:t>bcryptjs</a:t>
            </a:r>
            <a:r>
              <a:rPr lang="hu-HU" sz="2000" dirty="0">
                <a:solidFill>
                  <a:schemeClr val="bg1"/>
                </a:solidFill>
              </a:rPr>
              <a:t>, </a:t>
            </a:r>
            <a:r>
              <a:rPr lang="hu-HU" sz="2000" dirty="0" err="1">
                <a:solidFill>
                  <a:schemeClr val="bg1"/>
                </a:solidFill>
              </a:rPr>
              <a:t>cors</a:t>
            </a:r>
            <a:r>
              <a:rPr lang="hu-HU" sz="2000" dirty="0">
                <a:solidFill>
                  <a:schemeClr val="bg1"/>
                </a:solidFill>
              </a:rPr>
              <a:t>, </a:t>
            </a:r>
            <a:r>
              <a:rPr lang="hu-HU" sz="2000" dirty="0" err="1">
                <a:solidFill>
                  <a:schemeClr val="bg1"/>
                </a:solidFill>
              </a:rPr>
              <a:t>dotenv</a:t>
            </a:r>
            <a:r>
              <a:rPr lang="hu-HU" sz="2000" dirty="0">
                <a:solidFill>
                  <a:schemeClr val="bg1"/>
                </a:solidFill>
              </a:rPr>
              <a:t>, </a:t>
            </a:r>
            <a:r>
              <a:rPr lang="hu-HU" sz="2000" dirty="0" err="1">
                <a:solidFill>
                  <a:schemeClr val="bg1"/>
                </a:solidFill>
              </a:rPr>
              <a:t>express</a:t>
            </a:r>
            <a:r>
              <a:rPr lang="hu-HU" sz="2000" dirty="0">
                <a:solidFill>
                  <a:schemeClr val="bg1"/>
                </a:solidFill>
              </a:rPr>
              <a:t>, </a:t>
            </a:r>
            <a:r>
              <a:rPr lang="hu-HU" sz="2000" dirty="0" err="1">
                <a:solidFill>
                  <a:schemeClr val="bg1"/>
                </a:solidFill>
              </a:rPr>
              <a:t>express-validator</a:t>
            </a:r>
            <a:r>
              <a:rPr lang="hu-HU" sz="2000" dirty="0">
                <a:solidFill>
                  <a:schemeClr val="bg1"/>
                </a:solidFill>
              </a:rPr>
              <a:t>, mysql2, </a:t>
            </a:r>
            <a:r>
              <a:rPr lang="hu-HU" sz="2000" dirty="0" err="1">
                <a:solidFill>
                  <a:schemeClr val="bg1"/>
                </a:solidFill>
              </a:rPr>
              <a:t>nodemon</a:t>
            </a:r>
            <a:r>
              <a:rPr lang="hu-HU" sz="2000" dirty="0">
                <a:solidFill>
                  <a:schemeClr val="bg1"/>
                </a:solidFill>
              </a:rPr>
              <a:t>, </a:t>
            </a:r>
            <a:r>
              <a:rPr lang="hu-HU" sz="2000" dirty="0" err="1">
                <a:solidFill>
                  <a:schemeClr val="bg1"/>
                </a:solidFill>
              </a:rPr>
              <a:t>sequelize</a:t>
            </a:r>
            <a:endParaRPr lang="hu-HU" sz="2000" dirty="0">
              <a:solidFill>
                <a:schemeClr val="bg1"/>
              </a:solidFill>
            </a:endParaRPr>
          </a:p>
          <a:p>
            <a:r>
              <a:rPr lang="hu-HU" b="1" dirty="0" err="1">
                <a:solidFill>
                  <a:schemeClr val="bg1"/>
                </a:solidFill>
              </a:rPr>
              <a:t>Database</a:t>
            </a:r>
            <a:r>
              <a:rPr lang="hu-HU" dirty="0">
                <a:solidFill>
                  <a:schemeClr val="bg1"/>
                </a:solidFill>
              </a:rPr>
              <a:t>: </a:t>
            </a:r>
            <a:r>
              <a:rPr lang="hu-HU" dirty="0" err="1">
                <a:solidFill>
                  <a:schemeClr val="bg1"/>
                </a:solidFill>
              </a:rPr>
              <a:t>MySQL</a:t>
            </a:r>
            <a:r>
              <a:rPr lang="hu-HU" dirty="0">
                <a:solidFill>
                  <a:schemeClr val="bg1"/>
                </a:solidFill>
              </a:rPr>
              <a:t> (</a:t>
            </a:r>
            <a:r>
              <a:rPr lang="hu-HU" dirty="0" err="1">
                <a:solidFill>
                  <a:schemeClr val="bg1"/>
                </a:solidFill>
              </a:rPr>
              <a:t>MariaDB</a:t>
            </a:r>
            <a:r>
              <a:rPr lang="hu-HU" dirty="0">
                <a:solidFill>
                  <a:schemeClr val="bg1"/>
                </a:solidFill>
              </a:rPr>
              <a:t>) [XAMPP]</a:t>
            </a: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11" name="Kép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080" y="4719916"/>
            <a:ext cx="1301316" cy="1380608"/>
          </a:xfrm>
          <a:prstGeom prst="rect">
            <a:avLst/>
          </a:prstGeom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9527" y="4720663"/>
            <a:ext cx="2347088" cy="1431775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8380" y="4457134"/>
            <a:ext cx="1749704" cy="175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360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Téglalap 21">
            <a:extLst>
              <a:ext uri="{FF2B5EF4-FFF2-40B4-BE49-F238E27FC236}">
                <a16:creationId xmlns:a16="http://schemas.microsoft.com/office/drawing/2014/main" id="{BFDA9692-ECDC-4B59-86B2-8C90FDE1A05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sp>
        <p:nvSpPr>
          <p:cNvPr id="24" name="Téglalap 23">
            <a:extLst>
              <a:ext uri="{FF2B5EF4-FFF2-40B4-BE49-F238E27FC236}">
                <a16:creationId xmlns:a16="http://schemas.microsoft.com/office/drawing/2014/main" id="{12C05506-42A1-49C0-9D87-081CCD9023D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B040558-A365-4CCE-92FA-5A48CD98F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1" y="5411952"/>
            <a:ext cx="11029616" cy="718870"/>
          </a:xfrm>
        </p:spPr>
        <p:txBody>
          <a:bodyPr rtlCol="0">
            <a:normAutofit/>
          </a:bodyPr>
          <a:lstStyle/>
          <a:p>
            <a:pPr rtl="0"/>
            <a:r>
              <a:rPr lang="hu-HU" dirty="0" err="1" smtClean="0">
                <a:solidFill>
                  <a:srgbClr val="FFFEFF"/>
                </a:solidFill>
              </a:rPr>
              <a:t>Patrik’s</a:t>
            </a:r>
            <a:r>
              <a:rPr lang="hu-HU" dirty="0" smtClean="0">
                <a:solidFill>
                  <a:srgbClr val="FFFEFF"/>
                </a:solidFill>
              </a:rPr>
              <a:t> WORK</a:t>
            </a:r>
            <a:endParaRPr lang="hu-HU" dirty="0">
              <a:solidFill>
                <a:srgbClr val="FFFEFF"/>
              </a:solidFill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38559" y="841967"/>
            <a:ext cx="4465703" cy="3678303"/>
          </a:xfrm>
        </p:spPr>
        <p:txBody>
          <a:bodyPr/>
          <a:lstStyle/>
          <a:p>
            <a:pPr marL="0" indent="0">
              <a:buNone/>
            </a:pPr>
            <a:r>
              <a:rPr lang="hu-HU" b="1" dirty="0"/>
              <a:t>Backend: </a:t>
            </a:r>
            <a:r>
              <a:rPr lang="hu-HU" b="1" dirty="0" smtClean="0"/>
              <a:t> </a:t>
            </a:r>
            <a:r>
              <a:rPr lang="hu-HU" dirty="0" err="1" smtClean="0"/>
              <a:t>NodeJS</a:t>
            </a:r>
            <a:endParaRPr lang="hu-HU" dirty="0"/>
          </a:p>
          <a:p>
            <a:pPr marL="0" indent="0">
              <a:buNone/>
            </a:pPr>
            <a:r>
              <a:rPr lang="hu-HU" b="1" dirty="0" err="1"/>
              <a:t>Packages</a:t>
            </a:r>
            <a:r>
              <a:rPr lang="hu-HU" b="1" dirty="0"/>
              <a:t>: </a:t>
            </a:r>
            <a:r>
              <a:rPr lang="hu-HU" b="1" dirty="0" smtClean="0"/>
              <a:t> </a:t>
            </a:r>
            <a:r>
              <a:rPr lang="hu-HU" dirty="0" smtClean="0"/>
              <a:t>argon2</a:t>
            </a:r>
            <a:r>
              <a:rPr lang="hu-HU" dirty="0"/>
              <a:t>, </a:t>
            </a:r>
            <a:r>
              <a:rPr lang="hu-HU" dirty="0" err="1"/>
              <a:t>bcrypt</a:t>
            </a:r>
            <a:r>
              <a:rPr lang="hu-HU" dirty="0"/>
              <a:t>, </a:t>
            </a:r>
            <a:r>
              <a:rPr lang="hu-HU" dirty="0" err="1"/>
              <a:t>bcryptjs</a:t>
            </a:r>
            <a:r>
              <a:rPr lang="hu-HU" dirty="0"/>
              <a:t>, </a:t>
            </a:r>
            <a:r>
              <a:rPr lang="hu-HU" dirty="0" err="1"/>
              <a:t>cors</a:t>
            </a:r>
            <a:r>
              <a:rPr lang="hu-HU" dirty="0"/>
              <a:t>, </a:t>
            </a:r>
            <a:r>
              <a:rPr lang="hu-HU" dirty="0" err="1"/>
              <a:t>dotenv</a:t>
            </a:r>
            <a:r>
              <a:rPr lang="hu-HU" dirty="0"/>
              <a:t>, </a:t>
            </a:r>
            <a:r>
              <a:rPr lang="hu-HU" dirty="0" err="1"/>
              <a:t>express</a:t>
            </a:r>
            <a:r>
              <a:rPr lang="hu-HU" dirty="0"/>
              <a:t>, </a:t>
            </a:r>
            <a:r>
              <a:rPr lang="hu-HU" dirty="0" err="1"/>
              <a:t>express-validator</a:t>
            </a:r>
            <a:r>
              <a:rPr lang="hu-HU" dirty="0"/>
              <a:t>, mysql2, </a:t>
            </a:r>
            <a:r>
              <a:rPr lang="hu-HU" dirty="0" err="1"/>
              <a:t>nodemon</a:t>
            </a:r>
            <a:r>
              <a:rPr lang="hu-HU" dirty="0"/>
              <a:t>, </a:t>
            </a:r>
            <a:r>
              <a:rPr lang="hu-HU" dirty="0" err="1"/>
              <a:t>sequelize</a:t>
            </a:r>
            <a:endParaRPr lang="hu-HU" dirty="0"/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183" y="598516"/>
            <a:ext cx="6404494" cy="58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342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Téglalap 21">
            <a:extLst>
              <a:ext uri="{FF2B5EF4-FFF2-40B4-BE49-F238E27FC236}">
                <a16:creationId xmlns:a16="http://schemas.microsoft.com/office/drawing/2014/main" id="{BFDA9692-ECDC-4B59-86B2-8C90FDE1A05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sp>
        <p:nvSpPr>
          <p:cNvPr id="24" name="Téglalap 23">
            <a:extLst>
              <a:ext uri="{FF2B5EF4-FFF2-40B4-BE49-F238E27FC236}">
                <a16:creationId xmlns:a16="http://schemas.microsoft.com/office/drawing/2014/main" id="{12C05506-42A1-49C0-9D87-081CCD9023D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B040558-A365-4CCE-92FA-5A48CD98F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1" y="5411952"/>
            <a:ext cx="11029616" cy="718870"/>
          </a:xfrm>
        </p:spPr>
        <p:txBody>
          <a:bodyPr rtlCol="0">
            <a:normAutofit/>
          </a:bodyPr>
          <a:lstStyle/>
          <a:p>
            <a:pPr rtl="0"/>
            <a:r>
              <a:rPr lang="hu-HU" dirty="0" err="1" smtClean="0">
                <a:solidFill>
                  <a:srgbClr val="FFFEFF"/>
                </a:solidFill>
              </a:rPr>
              <a:t>gERGŐ’s</a:t>
            </a:r>
            <a:r>
              <a:rPr lang="hu-HU" dirty="0" smtClean="0">
                <a:solidFill>
                  <a:srgbClr val="FFFEFF"/>
                </a:solidFill>
              </a:rPr>
              <a:t> WORK</a:t>
            </a:r>
            <a:endParaRPr lang="hu-HU" dirty="0">
              <a:solidFill>
                <a:srgbClr val="FFFEFF"/>
              </a:solidFill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38559" y="841967"/>
            <a:ext cx="4465703" cy="3678303"/>
          </a:xfrm>
        </p:spPr>
        <p:txBody>
          <a:bodyPr/>
          <a:lstStyle/>
          <a:p>
            <a:pPr marL="0" indent="0">
              <a:buNone/>
            </a:pPr>
            <a:r>
              <a:rPr lang="hu-HU" b="1" dirty="0"/>
              <a:t>Frontend: </a:t>
            </a:r>
            <a:r>
              <a:rPr lang="hu-HU" b="1" dirty="0" smtClean="0"/>
              <a:t> </a:t>
            </a:r>
            <a:r>
              <a:rPr lang="hu-HU" dirty="0" err="1" smtClean="0"/>
              <a:t>Angular</a:t>
            </a:r>
            <a:r>
              <a:rPr lang="hu-HU" dirty="0" smtClean="0"/>
              <a:t> </a:t>
            </a:r>
            <a:r>
              <a:rPr lang="hu-HU" dirty="0"/>
              <a:t>19</a:t>
            </a: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496" y="1088633"/>
            <a:ext cx="7783181" cy="531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164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Téglalap 21">
            <a:extLst>
              <a:ext uri="{FF2B5EF4-FFF2-40B4-BE49-F238E27FC236}">
                <a16:creationId xmlns:a16="http://schemas.microsoft.com/office/drawing/2014/main" id="{BFDA9692-ECDC-4B59-86B2-8C90FDE1A05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sp>
        <p:nvSpPr>
          <p:cNvPr id="24" name="Téglalap 23">
            <a:extLst>
              <a:ext uri="{FF2B5EF4-FFF2-40B4-BE49-F238E27FC236}">
                <a16:creationId xmlns:a16="http://schemas.microsoft.com/office/drawing/2014/main" id="{12C05506-42A1-49C0-9D87-081CCD9023D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B040558-A365-4CCE-92FA-5A48CD98F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1" y="5411952"/>
            <a:ext cx="11029616" cy="718870"/>
          </a:xfrm>
        </p:spPr>
        <p:txBody>
          <a:bodyPr rtlCol="0">
            <a:normAutofit/>
          </a:bodyPr>
          <a:lstStyle/>
          <a:p>
            <a:pPr rtl="0"/>
            <a:r>
              <a:rPr lang="hu-HU" dirty="0" err="1" smtClean="0">
                <a:solidFill>
                  <a:srgbClr val="FFFEFF"/>
                </a:solidFill>
              </a:rPr>
              <a:t>Bence’s</a:t>
            </a:r>
            <a:r>
              <a:rPr lang="hu-HU" dirty="0" smtClean="0">
                <a:solidFill>
                  <a:srgbClr val="FFFEFF"/>
                </a:solidFill>
              </a:rPr>
              <a:t> WORK</a:t>
            </a:r>
            <a:endParaRPr lang="hu-HU" dirty="0">
              <a:solidFill>
                <a:srgbClr val="FFFEFF"/>
              </a:solidFill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656699" y="443570"/>
            <a:ext cx="4081011" cy="3073856"/>
          </a:xfrm>
        </p:spPr>
        <p:txBody>
          <a:bodyPr/>
          <a:lstStyle/>
          <a:p>
            <a:pPr marL="0" indent="0">
              <a:buNone/>
            </a:pPr>
            <a:r>
              <a:rPr lang="hu-HU" b="1" dirty="0" smtClean="0"/>
              <a:t>LOGO DESIGN</a:t>
            </a:r>
            <a:endParaRPr lang="hu-HU" dirty="0"/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7480" y="1427187"/>
            <a:ext cx="3809524" cy="3809524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10" y="2206512"/>
            <a:ext cx="6199079" cy="1749740"/>
          </a:xfrm>
          <a:prstGeom prst="rect">
            <a:avLst/>
          </a:prstGeom>
        </p:spPr>
      </p:pic>
      <p:sp>
        <p:nvSpPr>
          <p:cNvPr id="7" name="Szövegdoboz 6"/>
          <p:cNvSpPr txBox="1"/>
          <p:nvPr/>
        </p:nvSpPr>
        <p:spPr>
          <a:xfrm>
            <a:off x="2540000" y="1624381"/>
            <a:ext cx="2212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dirty="0" smtClean="0"/>
              <a:t>BANNER DESIGN</a:t>
            </a:r>
            <a:endParaRPr lang="hu-HU" b="1" dirty="0"/>
          </a:p>
        </p:txBody>
      </p:sp>
      <p:sp>
        <p:nvSpPr>
          <p:cNvPr id="8" name="Szövegdoboz 7"/>
          <p:cNvSpPr txBox="1"/>
          <p:nvPr/>
        </p:nvSpPr>
        <p:spPr>
          <a:xfrm>
            <a:off x="5781963" y="9051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dirty="0" smtClean="0"/>
              <a:t>DESIGN</a:t>
            </a:r>
            <a:endParaRPr lang="hu-HU" b="1" dirty="0"/>
          </a:p>
        </p:txBody>
      </p:sp>
    </p:spTree>
    <p:extLst>
      <p:ext uri="{BB962C8B-B14F-4D97-AF65-F5344CB8AC3E}">
        <p14:creationId xmlns:p14="http://schemas.microsoft.com/office/powerpoint/2010/main" val="609917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dirty="0"/>
              <a:t>A versenykörnyezet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Téglalap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dirty="0"/>
          </a:p>
        </p:txBody>
      </p:sp>
      <p:pic>
        <p:nvPicPr>
          <p:cNvPr id="5" name="Kép 4" descr="Digitális számok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12" name="Téglalap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hu-HU" dirty="0" err="1" smtClean="0">
                <a:solidFill>
                  <a:srgbClr val="FFFFFF"/>
                </a:solidFill>
              </a:rPr>
              <a:t>Thank</a:t>
            </a:r>
            <a:r>
              <a:rPr lang="hu-HU" dirty="0" smtClean="0">
                <a:solidFill>
                  <a:srgbClr val="FFFFFF"/>
                </a:solidFill>
              </a:rPr>
              <a:t> </a:t>
            </a:r>
            <a:r>
              <a:rPr lang="hu-HU" dirty="0" err="1" smtClean="0">
                <a:solidFill>
                  <a:srgbClr val="FFFFFF"/>
                </a:solidFill>
              </a:rPr>
              <a:t>you</a:t>
            </a:r>
            <a:r>
              <a:rPr lang="hu-HU" dirty="0" smtClean="0">
                <a:solidFill>
                  <a:srgbClr val="FFFFFF"/>
                </a:solidFill>
              </a:rPr>
              <a:t> </a:t>
            </a:r>
            <a:r>
              <a:rPr lang="hu-HU" dirty="0" err="1" smtClean="0">
                <a:solidFill>
                  <a:srgbClr val="FFFFFF"/>
                </a:solidFill>
              </a:rPr>
              <a:t>for</a:t>
            </a:r>
            <a:r>
              <a:rPr lang="hu-HU" dirty="0" smtClean="0">
                <a:solidFill>
                  <a:srgbClr val="FFFFFF"/>
                </a:solidFill>
              </a:rPr>
              <a:t> </a:t>
            </a:r>
            <a:r>
              <a:rPr lang="hu-HU" dirty="0" err="1" smtClean="0">
                <a:solidFill>
                  <a:srgbClr val="FFFFFF"/>
                </a:solidFill>
              </a:rPr>
              <a:t>your</a:t>
            </a:r>
            <a:r>
              <a:rPr lang="hu-HU" dirty="0" smtClean="0">
                <a:solidFill>
                  <a:srgbClr val="FFFFFF"/>
                </a:solidFill>
              </a:rPr>
              <a:t> </a:t>
            </a:r>
            <a:r>
              <a:rPr lang="hu-HU" dirty="0" err="1" smtClean="0">
                <a:solidFill>
                  <a:srgbClr val="FFFFFF"/>
                </a:solidFill>
              </a:rPr>
              <a:t>attention</a:t>
            </a:r>
            <a:r>
              <a:rPr lang="hu-HU" dirty="0" smtClean="0">
                <a:solidFill>
                  <a:srgbClr val="FFFFFF"/>
                </a:solidFill>
              </a:rPr>
              <a:t>!</a:t>
            </a:r>
            <a:endParaRPr lang="hu-HU" dirty="0">
              <a:solidFill>
                <a:srgbClr val="FFFFFF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9CB511D-EA45-4336-847C-1252667143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6275" y="3505095"/>
            <a:ext cx="3081576" cy="2629006"/>
          </a:xfrm>
        </p:spPr>
        <p:txBody>
          <a:bodyPr rtlCol="0">
            <a:normAutofit/>
          </a:bodyPr>
          <a:lstStyle/>
          <a:p>
            <a:pPr rtl="0"/>
            <a:r>
              <a:rPr lang="hu-HU" dirty="0" smtClean="0">
                <a:solidFill>
                  <a:schemeClr val="bg2"/>
                </a:solidFill>
              </a:rPr>
              <a:t>Gergő fodor</a:t>
            </a:r>
          </a:p>
          <a:p>
            <a:pPr rtl="0"/>
            <a:r>
              <a:rPr lang="hu-HU" dirty="0" smtClean="0">
                <a:solidFill>
                  <a:schemeClr val="bg2"/>
                </a:solidFill>
              </a:rPr>
              <a:t>Patrik </a:t>
            </a:r>
            <a:r>
              <a:rPr lang="hu-HU" dirty="0" err="1" smtClean="0">
                <a:solidFill>
                  <a:schemeClr val="bg2"/>
                </a:solidFill>
              </a:rPr>
              <a:t>sedlák</a:t>
            </a:r>
            <a:endParaRPr lang="hu-HU" dirty="0" smtClean="0">
              <a:solidFill>
                <a:schemeClr val="bg2"/>
              </a:solidFill>
            </a:endParaRPr>
          </a:p>
          <a:p>
            <a:pPr rtl="0"/>
            <a:r>
              <a:rPr lang="hu-HU" dirty="0" smtClean="0">
                <a:solidFill>
                  <a:schemeClr val="bg2"/>
                </a:solidFill>
              </a:rPr>
              <a:t>Bence </a:t>
            </a:r>
            <a:r>
              <a:rPr lang="hu-HU" dirty="0" err="1" smtClean="0">
                <a:solidFill>
                  <a:schemeClr val="bg2"/>
                </a:solidFill>
              </a:rPr>
              <a:t>dakos</a:t>
            </a:r>
            <a:endParaRPr lang="hu-HU" dirty="0">
              <a:solidFill>
                <a:schemeClr val="bg2"/>
              </a:solidFill>
            </a:endParaRPr>
          </a:p>
          <a:p>
            <a:pPr rtl="0"/>
            <a:endParaRPr lang="hu-HU" dirty="0">
              <a:solidFill>
                <a:schemeClr val="bg2"/>
              </a:solidFill>
            </a:endParaRPr>
          </a:p>
          <a:p>
            <a:pPr rtl="0"/>
            <a:endParaRPr lang="hu-HU" dirty="0">
              <a:solidFill>
                <a:schemeClr val="bg2"/>
              </a:solidFill>
            </a:endParaRPr>
          </a:p>
        </p:txBody>
      </p:sp>
      <p:grpSp>
        <p:nvGrpSpPr>
          <p:cNvPr id="14" name="Csoport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Téglalap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Téglalap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Téglalap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sztalék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F69AFF4-BB30-4BA0-AD22-82CC3C4327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A0CF3B2-1F0F-4FC5-8002-3E4869AB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EBC12AA-1C15-4500-BC9C-8EE83A441DE9}">
  <ds:schemaRefs>
    <ds:schemaRef ds:uri="71af3243-3dd4-4a8d-8c0d-dd76da1f02a5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16c05727-aa75-4e4a-9b5f-8a80a1165891"/>
    <ds:schemaRef ds:uri="http://schemas.microsoft.com/office/2006/metadata/properties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Osztalék – technológiai elrendezés</Template>
  <TotalTime>0</TotalTime>
  <Words>132</Words>
  <Application>Microsoft Office PowerPoint</Application>
  <PresentationFormat>Szélesvásznú</PresentationFormat>
  <Paragraphs>32</Paragraphs>
  <Slides>8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2" baseType="lpstr">
      <vt:lpstr>Calibri</vt:lpstr>
      <vt:lpstr>Gill Sans MT</vt:lpstr>
      <vt:lpstr>Wingdings 2</vt:lpstr>
      <vt:lpstr>Osztalék</vt:lpstr>
      <vt:lpstr>School Project: HeBLE</vt:lpstr>
      <vt:lpstr>Members of our team</vt:lpstr>
      <vt:lpstr>Technologies  Used</vt:lpstr>
      <vt:lpstr>Patrik’s WORK</vt:lpstr>
      <vt:lpstr>gERGŐ’s WORK</vt:lpstr>
      <vt:lpstr>Bence’s WORK</vt:lpstr>
      <vt:lpstr>A versenykörnyezet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2025-01-13T07:13:36Z</dcterms:created>
  <dcterms:modified xsi:type="dcterms:W3CDTF">2025-01-29T08:14:17Z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