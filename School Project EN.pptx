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9" r:id="rId6"/>
    <p:sldId id="262" r:id="rId7"/>
    <p:sldId id="263" r:id="rId8"/>
    <p:sldId id="261" r:id="rId9"/>
    <p:sldId id="264" r:id="rId10"/>
    <p:sldId id="258" r:id="rId11"/>
    <p:sldId id="260" r:id="rId12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zerző" initials="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164" d="100"/>
          <a:sy n="164" d="100"/>
        </p:scale>
        <p:origin x="9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93CEAFEF-D834-49EB-A77B-83345F851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F1788A5-C0DC-4854-9DA1-5799AAFF4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BE138-59DE-4CCE-BC05-C8289F820A4F}" type="datetimeFigureOut">
              <a:rPr lang="hu-HU" smtClean="0"/>
              <a:t>2025. 02. 06.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AE3DD13-D879-441F-AE1C-6AD1662438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9FEA87-2B0D-4F9A-834F-E75A989411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EC7F-E669-4886-B0A7-2EB3B0147E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345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5DFAA-8151-43F1-8218-1A676C54611E}" type="datetimeFigureOut">
              <a:rPr lang="hu-HU" noProof="0" smtClean="0"/>
              <a:t>2025. 02. 06.</a:t>
            </a:fld>
            <a:endParaRPr lang="hu-HU" noProof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24CA7-A258-4620-B482-398C3E6E42F7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644163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2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0142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3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450937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4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89732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5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92846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6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36908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7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609703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8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12866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dirty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FB1095E-0207-45C6-91A7-AA5C0ECAF77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E1A8F9-3D3D-4792-AC4D-78355299A20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286372C-2F48-413B-AB87-E0AE7CDBEFBC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10CA00-3C78-4E80-BDC4-943FCC4AA20A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7B5506-EDF0-4C3A-B830-BBF3F054EE2B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36568C-8A71-4DEA-B6D3-725EA2FE6A31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Téglalap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8" name="Cím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F22219-BD99-403B-B9A4-C6480A94D55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473D03-A039-40EB-A341-F1ED0C939856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dirty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7667C1-242F-4547-A9A6-B56F8576423E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9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80CFC7-DFD9-4A70-AE92-50385801C1DB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943764-A5EE-4C69-9C74-87A2F85F0CB0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-HU" dirty="0"/>
              <a:t>Mintaszöveg szerkesztése</a:t>
            </a:r>
          </a:p>
          <a:p>
            <a:pPr lvl="1" rtl="0"/>
            <a:r>
              <a:rPr lang="hu-HU" dirty="0"/>
              <a:t>Második szint</a:t>
            </a:r>
          </a:p>
          <a:p>
            <a:pPr lvl="2" rtl="0"/>
            <a:r>
              <a:rPr lang="hu-HU" dirty="0"/>
              <a:t>Harmadik szint</a:t>
            </a:r>
          </a:p>
          <a:p>
            <a:pPr lvl="3" rtl="0"/>
            <a:r>
              <a:rPr lang="hu-HU" dirty="0"/>
              <a:t>Negyedik szint</a:t>
            </a:r>
          </a:p>
          <a:p>
            <a:pPr lvl="4" rtl="0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7277D6DF-4495-474C-81A8-48F6F365AB90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Téglalap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7" name="6. kép" descr="Digitális kapcsolatok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Csoport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Téglalap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hu-HU" sz="4400" b="1" dirty="0" err="1">
                <a:solidFill>
                  <a:schemeClr val="bg1"/>
                </a:solidFill>
              </a:rPr>
              <a:t>School</a:t>
            </a:r>
            <a:r>
              <a:rPr lang="hu-HU" sz="4400" b="1" dirty="0">
                <a:solidFill>
                  <a:schemeClr val="bg1"/>
                </a:solidFill>
              </a:rPr>
              <a:t> </a:t>
            </a:r>
            <a:r>
              <a:rPr lang="hu-HU" sz="4400" b="1" dirty="0" smtClean="0">
                <a:solidFill>
                  <a:schemeClr val="bg1"/>
                </a:solidFill>
              </a:rPr>
              <a:t>Project: </a:t>
            </a:r>
            <a:r>
              <a:rPr lang="hu-HU" sz="4400" b="1" dirty="0" err="1" smtClean="0">
                <a:solidFill>
                  <a:schemeClr val="bg1"/>
                </a:solidFill>
              </a:rPr>
              <a:t>HeBLE</a:t>
            </a:r>
            <a:endParaRPr lang="hu-HU" sz="7200" dirty="0">
              <a:solidFill>
                <a:schemeClr val="bg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Autofit/>
          </a:bodyPr>
          <a:lstStyle/>
          <a:p>
            <a:r>
              <a:rPr lang="hu-HU" sz="2400" dirty="0" err="1" smtClean="0">
                <a:solidFill>
                  <a:srgbClr val="7CEBFF"/>
                </a:solidFill>
              </a:rPr>
              <a:t>Healthy</a:t>
            </a:r>
            <a:r>
              <a:rPr lang="hu-HU" sz="2400" dirty="0" smtClean="0">
                <a:solidFill>
                  <a:srgbClr val="7CEBFF"/>
                </a:solidFill>
              </a:rPr>
              <a:t> body </a:t>
            </a:r>
            <a:r>
              <a:rPr lang="hu-HU" sz="2400" dirty="0" err="1" smtClean="0">
                <a:solidFill>
                  <a:srgbClr val="7CEBFF"/>
                </a:solidFill>
              </a:rPr>
              <a:t>lifestyle</a:t>
            </a:r>
            <a:r>
              <a:rPr lang="hu-HU" sz="2400" dirty="0">
                <a:solidFill>
                  <a:srgbClr val="7CEBFF"/>
                </a:solidFill>
              </a:rPr>
              <a:t> </a:t>
            </a:r>
            <a:r>
              <a:rPr lang="hu-HU" sz="2400" dirty="0" err="1">
                <a:solidFill>
                  <a:srgbClr val="7CEBFF"/>
                </a:solidFill>
              </a:rPr>
              <a:t>entertainment</a:t>
            </a:r>
            <a:endParaRPr lang="hu-HU" sz="24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sz="3600" b="1" dirty="0" err="1"/>
              <a:t>Members</a:t>
            </a:r>
            <a:r>
              <a:rPr lang="hu-HU" sz="3600" b="1" dirty="0"/>
              <a:t> of </a:t>
            </a:r>
            <a:r>
              <a:rPr lang="hu-HU" sz="3600" b="1" dirty="0" err="1"/>
              <a:t>our</a:t>
            </a:r>
            <a:r>
              <a:rPr lang="hu-HU" sz="3600" b="1" dirty="0"/>
              <a:t> team</a:t>
            </a:r>
            <a:endParaRPr lang="hu-HU" sz="5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26403" y="1829250"/>
            <a:ext cx="4653367" cy="3678303"/>
          </a:xfrm>
        </p:spPr>
        <p:txBody>
          <a:bodyPr>
            <a:normAutofit/>
          </a:bodyPr>
          <a:lstStyle/>
          <a:p>
            <a:r>
              <a:rPr lang="hu-HU" sz="2800" b="1" dirty="0" smtClean="0">
                <a:solidFill>
                  <a:srgbClr val="FFFF00"/>
                </a:solidFill>
              </a:rPr>
              <a:t>János Bence </a:t>
            </a:r>
            <a:r>
              <a:rPr lang="hu-HU" sz="2800" b="1" dirty="0" err="1" smtClean="0">
                <a:solidFill>
                  <a:srgbClr val="FFFF00"/>
                </a:solidFill>
              </a:rPr>
              <a:t>Dakos</a:t>
            </a:r>
            <a:r>
              <a:rPr lang="hu-HU" sz="2800" b="1" dirty="0">
                <a:solidFill>
                  <a:schemeClr val="bg1"/>
                </a:solidFill>
              </a:rPr>
              <a:t>, Frontend </a:t>
            </a:r>
            <a:r>
              <a:rPr lang="hu-HU" sz="2800" b="1" dirty="0" err="1">
                <a:solidFill>
                  <a:schemeClr val="bg1"/>
                </a:solidFill>
              </a:rPr>
              <a:t>developing</a:t>
            </a:r>
            <a:r>
              <a:rPr lang="hu-HU" sz="2800" b="1" dirty="0">
                <a:solidFill>
                  <a:schemeClr val="bg1"/>
                </a:solidFill>
              </a:rPr>
              <a:t> </a:t>
            </a:r>
            <a:endParaRPr lang="hu-HU" sz="2800" b="1" dirty="0" smtClean="0">
              <a:solidFill>
                <a:schemeClr val="bg1"/>
              </a:solidFill>
            </a:endParaRPr>
          </a:p>
          <a:p>
            <a:r>
              <a:rPr lang="hu-HU" sz="2800" b="1" dirty="0">
                <a:solidFill>
                  <a:srgbClr val="FFFF00"/>
                </a:solidFill>
              </a:rPr>
              <a:t>Gergő Fodor</a:t>
            </a:r>
            <a:r>
              <a:rPr lang="hu-HU" sz="2800" b="1" dirty="0">
                <a:solidFill>
                  <a:schemeClr val="bg1"/>
                </a:solidFill>
              </a:rPr>
              <a:t>, </a:t>
            </a:r>
            <a:endParaRPr lang="hu-HU" sz="28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u-HU" sz="2800" b="1" dirty="0">
                <a:solidFill>
                  <a:srgbClr val="FFFF00"/>
                </a:solidFill>
              </a:rPr>
              <a:t> </a:t>
            </a:r>
            <a:r>
              <a:rPr lang="hu-HU" sz="2800" b="1" dirty="0" smtClean="0">
                <a:solidFill>
                  <a:srgbClr val="FFFF00"/>
                </a:solidFill>
              </a:rPr>
              <a:t>  </a:t>
            </a:r>
            <a:r>
              <a:rPr lang="hu-HU" sz="2800" b="1" dirty="0" smtClean="0">
                <a:solidFill>
                  <a:schemeClr val="bg1"/>
                </a:solidFill>
              </a:rPr>
              <a:t>Frontend </a:t>
            </a:r>
            <a:r>
              <a:rPr lang="hu-HU" sz="2800" b="1" dirty="0" err="1" smtClean="0">
                <a:solidFill>
                  <a:schemeClr val="bg1"/>
                </a:solidFill>
              </a:rPr>
              <a:t>developing</a:t>
            </a:r>
            <a:endParaRPr lang="hu-HU" sz="2800" b="1" dirty="0">
              <a:solidFill>
                <a:schemeClr val="bg1"/>
              </a:solidFill>
            </a:endParaRPr>
          </a:p>
          <a:p>
            <a:r>
              <a:rPr lang="hu-HU" sz="2800" b="1" dirty="0" smtClean="0">
                <a:solidFill>
                  <a:srgbClr val="FFFF00"/>
                </a:solidFill>
              </a:rPr>
              <a:t>Patrik András </a:t>
            </a:r>
            <a:r>
              <a:rPr lang="hu-HU" sz="2800" b="1" dirty="0" err="1" smtClean="0">
                <a:solidFill>
                  <a:srgbClr val="FFFF00"/>
                </a:solidFill>
              </a:rPr>
              <a:t>Sedlák</a:t>
            </a:r>
            <a:r>
              <a:rPr lang="hu-HU" sz="2800" b="1" dirty="0">
                <a:solidFill>
                  <a:schemeClr val="bg1"/>
                </a:solidFill>
              </a:rPr>
              <a:t>, Backend </a:t>
            </a:r>
            <a:r>
              <a:rPr lang="hu-HU" sz="2800" b="1" dirty="0" err="1" smtClean="0">
                <a:solidFill>
                  <a:schemeClr val="bg1"/>
                </a:solidFill>
              </a:rPr>
              <a:t>developing</a:t>
            </a:r>
            <a:endParaRPr lang="hu-H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9" y="810021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sz="3600" b="1" dirty="0"/>
              <a:t>Technologies  </a:t>
            </a:r>
            <a:r>
              <a:rPr lang="hu-HU" sz="3600" b="1" dirty="0" err="1"/>
              <a:t>Used</a:t>
            </a:r>
            <a:endParaRPr lang="hu-HU" sz="5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67080" y="1554967"/>
            <a:ext cx="6601004" cy="3678303"/>
          </a:xfrm>
        </p:spPr>
        <p:txBody>
          <a:bodyPr/>
          <a:lstStyle/>
          <a:p>
            <a:r>
              <a:rPr lang="hu-HU" sz="2400" b="1" dirty="0">
                <a:solidFill>
                  <a:srgbClr val="FFFF00"/>
                </a:solidFill>
              </a:rPr>
              <a:t>Frontend: </a:t>
            </a:r>
            <a:r>
              <a:rPr lang="hu-HU" sz="2400" dirty="0" err="1">
                <a:solidFill>
                  <a:schemeClr val="bg1"/>
                </a:solidFill>
              </a:rPr>
              <a:t>Angular</a:t>
            </a:r>
            <a:r>
              <a:rPr lang="hu-HU" sz="2400" dirty="0">
                <a:solidFill>
                  <a:schemeClr val="bg1"/>
                </a:solidFill>
              </a:rPr>
              <a:t> 19</a:t>
            </a:r>
          </a:p>
          <a:p>
            <a:r>
              <a:rPr lang="hu-HU" sz="2400" b="1" dirty="0">
                <a:solidFill>
                  <a:srgbClr val="FFFF00"/>
                </a:solidFill>
              </a:rPr>
              <a:t>Backend: </a:t>
            </a:r>
            <a:r>
              <a:rPr lang="hu-HU" sz="2400" dirty="0" err="1">
                <a:solidFill>
                  <a:schemeClr val="bg1"/>
                </a:solidFill>
              </a:rPr>
              <a:t>NodeJS</a:t>
            </a:r>
            <a:endParaRPr lang="hu-HU" sz="2400" dirty="0">
              <a:solidFill>
                <a:schemeClr val="bg1"/>
              </a:solidFill>
            </a:endParaRPr>
          </a:p>
          <a:p>
            <a:pPr lvl="1"/>
            <a:r>
              <a:rPr lang="hu-HU" sz="2400" b="1" dirty="0" err="1">
                <a:solidFill>
                  <a:srgbClr val="FFFF00"/>
                </a:solidFill>
              </a:rPr>
              <a:t>Packages</a:t>
            </a:r>
            <a:r>
              <a:rPr lang="hu-HU" sz="2400" b="1" dirty="0">
                <a:solidFill>
                  <a:srgbClr val="FFFF00"/>
                </a:solidFill>
              </a:rPr>
              <a:t>: </a:t>
            </a:r>
            <a:r>
              <a:rPr lang="hu-HU" sz="2800" dirty="0">
                <a:solidFill>
                  <a:schemeClr val="bg1"/>
                </a:solidFill>
              </a:rPr>
              <a:t>argon2, </a:t>
            </a:r>
            <a:r>
              <a:rPr lang="hu-HU" sz="2800" dirty="0" err="1">
                <a:solidFill>
                  <a:schemeClr val="bg1"/>
                </a:solidFill>
              </a:rPr>
              <a:t>bcrypt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bcryptjs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cors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dotenv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express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express-validator</a:t>
            </a:r>
            <a:r>
              <a:rPr lang="hu-HU" sz="2800" dirty="0">
                <a:solidFill>
                  <a:schemeClr val="bg1"/>
                </a:solidFill>
              </a:rPr>
              <a:t>, mysql2, </a:t>
            </a:r>
            <a:r>
              <a:rPr lang="hu-HU" sz="2800" dirty="0" err="1">
                <a:solidFill>
                  <a:schemeClr val="bg1"/>
                </a:solidFill>
              </a:rPr>
              <a:t>nodemon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sequelize</a:t>
            </a:r>
            <a:endParaRPr lang="hu-HU" sz="2800" dirty="0">
              <a:solidFill>
                <a:schemeClr val="bg1"/>
              </a:solidFill>
            </a:endParaRPr>
          </a:p>
          <a:p>
            <a:r>
              <a:rPr lang="hu-HU" sz="2400" b="1" dirty="0" err="1">
                <a:solidFill>
                  <a:srgbClr val="FFFF00"/>
                </a:solidFill>
              </a:rPr>
              <a:t>Database</a:t>
            </a:r>
            <a:r>
              <a:rPr lang="hu-HU" sz="2400" dirty="0">
                <a:solidFill>
                  <a:srgbClr val="FFFF00"/>
                </a:solidFill>
              </a:rPr>
              <a:t>: </a:t>
            </a:r>
            <a:r>
              <a:rPr lang="hu-HU" sz="2400" dirty="0" err="1">
                <a:solidFill>
                  <a:schemeClr val="bg1"/>
                </a:solidFill>
              </a:rPr>
              <a:t>MySQL</a:t>
            </a:r>
            <a:r>
              <a:rPr lang="hu-HU" sz="2400" dirty="0">
                <a:solidFill>
                  <a:schemeClr val="bg1"/>
                </a:solidFill>
              </a:rPr>
              <a:t> (</a:t>
            </a:r>
            <a:r>
              <a:rPr lang="hu-HU" sz="2400" dirty="0" err="1">
                <a:solidFill>
                  <a:schemeClr val="bg1"/>
                </a:solidFill>
              </a:rPr>
              <a:t>MariaDB</a:t>
            </a:r>
            <a:r>
              <a:rPr lang="hu-HU" sz="2400" dirty="0">
                <a:solidFill>
                  <a:schemeClr val="bg1"/>
                </a:solidFill>
              </a:rPr>
              <a:t>) [XAMPP]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85" y="4967889"/>
            <a:ext cx="1301316" cy="1380608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403" y="4856345"/>
            <a:ext cx="2347088" cy="14317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393" y="4532320"/>
            <a:ext cx="1749704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9" y="536933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sz="3200" b="1" dirty="0" err="1" smtClean="0">
                <a:solidFill>
                  <a:srgbClr val="FFFEFF"/>
                </a:solidFill>
              </a:rPr>
              <a:t>gERGŐ’s</a:t>
            </a:r>
            <a:r>
              <a:rPr lang="hu-HU" sz="3200" b="1" dirty="0" smtClean="0">
                <a:solidFill>
                  <a:srgbClr val="FFFEFF"/>
                </a:solidFill>
              </a:rPr>
              <a:t>  WORK</a:t>
            </a:r>
            <a:endParaRPr lang="hu-HU" sz="3200" b="1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30810" y="635431"/>
            <a:ext cx="3649858" cy="44673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b="1" dirty="0">
                <a:solidFill>
                  <a:srgbClr val="002060"/>
                </a:solidFill>
              </a:rPr>
              <a:t>Frontend: </a:t>
            </a:r>
            <a:r>
              <a:rPr lang="hu-HU" sz="3200" b="1" dirty="0" smtClean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development environment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hu-HU" sz="2400" dirty="0" err="1" smtClean="0">
                <a:solidFill>
                  <a:schemeClr val="tx1"/>
                </a:solidFill>
              </a:rPr>
              <a:t>was</a:t>
            </a:r>
            <a:r>
              <a:rPr lang="hu-HU" sz="2400" dirty="0" smtClean="0"/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Visual </a:t>
            </a:r>
            <a:r>
              <a:rPr lang="en-US" sz="2400" b="1" dirty="0">
                <a:solidFill>
                  <a:srgbClr val="002060"/>
                </a:solidFill>
              </a:rPr>
              <a:t>Studio Code</a:t>
            </a:r>
            <a:r>
              <a:rPr lang="en-US" sz="2400" dirty="0">
                <a:solidFill>
                  <a:schemeClr val="tx1"/>
                </a:solidFill>
              </a:rPr>
              <a:t>, we used it throughout our school studies, so it was what we knew best. </a:t>
            </a:r>
            <a:endParaRPr lang="hu-HU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The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002060"/>
                </a:solidFill>
              </a:rPr>
              <a:t>framework</a:t>
            </a:r>
            <a:r>
              <a:rPr lang="en-US" sz="2400" dirty="0"/>
              <a:t> </a:t>
            </a:r>
            <a:r>
              <a:rPr lang="hu-HU" sz="2400" dirty="0" err="1" smtClean="0">
                <a:solidFill>
                  <a:schemeClr val="tx1"/>
                </a:solidFill>
              </a:rPr>
              <a:t>was</a:t>
            </a:r>
            <a:r>
              <a:rPr lang="hu-HU" sz="2400" dirty="0" smtClean="0"/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Angular</a:t>
            </a:r>
            <a:r>
              <a:rPr lang="hu-HU" sz="2400" dirty="0" smtClean="0">
                <a:solidFill>
                  <a:schemeClr val="tx1"/>
                </a:solidFill>
              </a:rPr>
              <a:t>. </a:t>
            </a:r>
            <a:r>
              <a:rPr lang="hu-HU" sz="2400" dirty="0" smtClean="0">
                <a:solidFill>
                  <a:schemeClr val="tx1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</a:rPr>
              <a:t>version </a:t>
            </a:r>
            <a:r>
              <a:rPr lang="en-US" sz="2400" b="1" dirty="0" smtClean="0">
                <a:solidFill>
                  <a:srgbClr val="002060"/>
                </a:solidFill>
              </a:rPr>
              <a:t>19</a:t>
            </a:r>
            <a:r>
              <a:rPr lang="hu-HU" sz="2400" dirty="0" smtClean="0">
                <a:solidFill>
                  <a:schemeClr val="tx1"/>
                </a:solidFill>
              </a:rPr>
              <a:t>)</a:t>
            </a:r>
            <a:endParaRPr lang="hu-HU" sz="2400" dirty="0">
              <a:solidFill>
                <a:schemeClr val="tx1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12" y="799505"/>
            <a:ext cx="7503765" cy="56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6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sz="3200" b="1" dirty="0" err="1" smtClean="0">
                <a:solidFill>
                  <a:srgbClr val="FFFEFF"/>
                </a:solidFill>
              </a:rPr>
              <a:t>Patrik’s</a:t>
            </a:r>
            <a:r>
              <a:rPr lang="hu-HU" sz="3200" b="1" dirty="0" smtClean="0">
                <a:solidFill>
                  <a:srgbClr val="FFFEFF"/>
                </a:solidFill>
              </a:rPr>
              <a:t>  WORK</a:t>
            </a:r>
            <a:endParaRPr lang="hu-HU" sz="3200" b="1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19925" y="802038"/>
            <a:ext cx="4465703" cy="4312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b="1" dirty="0" smtClean="0">
                <a:solidFill>
                  <a:srgbClr val="002060"/>
                </a:solidFill>
              </a:rPr>
              <a:t>Backend</a:t>
            </a:r>
            <a:r>
              <a:rPr lang="hu-HU" sz="3200" b="1" dirty="0" smtClean="0">
                <a:solidFill>
                  <a:srgbClr val="002060"/>
                </a:solidFill>
              </a:rPr>
              <a:t>:</a:t>
            </a:r>
            <a:endParaRPr lang="hu-HU" sz="32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The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development environment </a:t>
            </a:r>
            <a:r>
              <a:rPr lang="hu-HU" sz="2400" dirty="0" err="1" smtClean="0">
                <a:solidFill>
                  <a:schemeClr val="tx1"/>
                </a:solidFill>
              </a:rPr>
              <a:t>was</a:t>
            </a:r>
            <a:r>
              <a:rPr lang="hu-HU" sz="2400" dirty="0" smtClean="0">
                <a:solidFill>
                  <a:schemeClr val="tx1"/>
                </a:solidFill>
              </a:rPr>
              <a:t> </a:t>
            </a:r>
            <a:r>
              <a:rPr lang="hu-HU" sz="2400" dirty="0" err="1" smtClean="0">
                <a:solidFill>
                  <a:schemeClr val="tx1"/>
                </a:solidFill>
              </a:rPr>
              <a:t>also</a:t>
            </a:r>
            <a:r>
              <a:rPr lang="hu-HU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Visual </a:t>
            </a:r>
            <a:r>
              <a:rPr lang="en-US" sz="2400" b="1" dirty="0">
                <a:solidFill>
                  <a:srgbClr val="002060"/>
                </a:solidFill>
              </a:rPr>
              <a:t>Studio Code</a:t>
            </a:r>
            <a:r>
              <a:rPr lang="en-US" sz="2400" dirty="0">
                <a:solidFill>
                  <a:schemeClr val="tx1"/>
                </a:solidFill>
              </a:rPr>
              <a:t>, and the </a:t>
            </a:r>
            <a:r>
              <a:rPr lang="en-US" sz="2400" b="1" dirty="0">
                <a:solidFill>
                  <a:srgbClr val="002060"/>
                </a:solidFill>
              </a:rPr>
              <a:t>server runtime environment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used for project work </a:t>
            </a:r>
            <a:r>
              <a:rPr lang="hu-HU" sz="2400" dirty="0" err="1" smtClean="0">
                <a:solidFill>
                  <a:schemeClr val="tx1"/>
                </a:solidFill>
              </a:rPr>
              <a:t>was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Node.JS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endParaRPr lang="hu-HU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hu-HU" sz="2400" dirty="0">
                <a:solidFill>
                  <a:schemeClr val="tx1"/>
                </a:solidFill>
              </a:rPr>
              <a:t>W</a:t>
            </a:r>
            <a:r>
              <a:rPr lang="en-US" sz="2400" dirty="0" smtClean="0">
                <a:solidFill>
                  <a:schemeClr val="tx1"/>
                </a:solidFill>
              </a:rPr>
              <a:t>e </a:t>
            </a:r>
            <a:r>
              <a:rPr lang="en-US" sz="2400" dirty="0">
                <a:solidFill>
                  <a:schemeClr val="tx1"/>
                </a:solidFill>
              </a:rPr>
              <a:t>used </a:t>
            </a:r>
            <a:r>
              <a:rPr lang="hu-HU" sz="2400" dirty="0" err="1" smtClean="0">
                <a:solidFill>
                  <a:schemeClr val="tx1"/>
                </a:solidFill>
              </a:rPr>
              <a:t>different</a:t>
            </a:r>
            <a:r>
              <a:rPr lang="hu-HU" sz="2400" dirty="0" smtClean="0">
                <a:solidFill>
                  <a:schemeClr val="tx1"/>
                </a:solidFill>
              </a:rPr>
              <a:t> </a:t>
            </a:r>
            <a:r>
              <a:rPr lang="hu-HU" sz="2400" dirty="0" err="1" smtClean="0">
                <a:solidFill>
                  <a:schemeClr val="tx1"/>
                </a:solidFill>
              </a:rPr>
              <a:t>existing</a:t>
            </a:r>
            <a:r>
              <a:rPr lang="hu-HU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packages</a:t>
            </a:r>
            <a:r>
              <a:rPr lang="hu-HU" sz="2400" b="1" dirty="0" smtClean="0">
                <a:solidFill>
                  <a:schemeClr val="tx1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(</a:t>
            </a:r>
            <a:r>
              <a:rPr lang="en-US" sz="2400" dirty="0" smtClean="0">
                <a:solidFill>
                  <a:schemeClr val="tx1"/>
                </a:solidFill>
              </a:rPr>
              <a:t>created </a:t>
            </a:r>
            <a:r>
              <a:rPr lang="en-US" sz="2400" dirty="0">
                <a:solidFill>
                  <a:schemeClr val="tx1"/>
                </a:solidFill>
              </a:rPr>
              <a:t>and developed by </a:t>
            </a:r>
            <a:r>
              <a:rPr lang="en-US" sz="2400" dirty="0" smtClean="0">
                <a:solidFill>
                  <a:schemeClr val="tx1"/>
                </a:solidFill>
              </a:rPr>
              <a:t>others</a:t>
            </a:r>
            <a:r>
              <a:rPr lang="hu-HU" sz="2400" dirty="0" smtClean="0">
                <a:solidFill>
                  <a:schemeClr val="tx1"/>
                </a:solidFill>
              </a:rPr>
              <a:t>)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to </a:t>
            </a:r>
            <a:r>
              <a:rPr lang="hu-HU" sz="2400" b="1" dirty="0" err="1" smtClean="0">
                <a:solidFill>
                  <a:srgbClr val="002060"/>
                </a:solidFill>
              </a:rPr>
              <a:t>build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our project.</a:t>
            </a:r>
            <a:endParaRPr lang="hu-HU" sz="2400" dirty="0">
              <a:solidFill>
                <a:srgbClr val="002060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83" y="598516"/>
            <a:ext cx="6404494" cy="58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dirty="0" err="1" smtClean="0">
                <a:solidFill>
                  <a:srgbClr val="FFFEFF"/>
                </a:solidFill>
              </a:rPr>
              <a:t>Bence’s</a:t>
            </a:r>
            <a:r>
              <a:rPr lang="hu-HU" dirty="0" smtClean="0">
                <a:solidFill>
                  <a:srgbClr val="FFFEFF"/>
                </a:solidFill>
              </a:rPr>
              <a:t> WORK</a:t>
            </a:r>
            <a:endParaRPr lang="hu-HU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181136" y="704778"/>
            <a:ext cx="4081011" cy="3073856"/>
          </a:xfrm>
        </p:spPr>
        <p:txBody>
          <a:bodyPr/>
          <a:lstStyle/>
          <a:p>
            <a:pPr marL="0" indent="0" algn="ctr">
              <a:buNone/>
            </a:pPr>
            <a:r>
              <a:rPr lang="hu-HU" sz="3200" b="1" i="1" dirty="0" smtClean="0">
                <a:solidFill>
                  <a:schemeClr val="tx1"/>
                </a:solidFill>
              </a:rPr>
              <a:t>LOGO DESIGN</a:t>
            </a:r>
            <a:endParaRPr lang="hu-HU" sz="3200" b="1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136" y="1765774"/>
            <a:ext cx="3809524" cy="380952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40" y="3169541"/>
            <a:ext cx="6199079" cy="1749740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1970853" y="2549658"/>
            <a:ext cx="3481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3200" b="1" i="1" dirty="0" smtClean="0"/>
              <a:t>BANNER DESIGN</a:t>
            </a:r>
            <a:endParaRPr lang="hu-HU" sz="3200" b="1" i="1" dirty="0"/>
          </a:p>
        </p:txBody>
      </p:sp>
      <p:sp>
        <p:nvSpPr>
          <p:cNvPr id="8" name="Szövegdoboz 7"/>
          <p:cNvSpPr txBox="1"/>
          <p:nvPr/>
        </p:nvSpPr>
        <p:spPr>
          <a:xfrm>
            <a:off x="4760190" y="596190"/>
            <a:ext cx="266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 smtClean="0"/>
              <a:t>DESIGN</a:t>
            </a:r>
            <a:endParaRPr lang="hu-HU" sz="2000" b="1" dirty="0"/>
          </a:p>
        </p:txBody>
      </p:sp>
      <p:sp>
        <p:nvSpPr>
          <p:cNvPr id="6" name="Szövegdoboz 5"/>
          <p:cNvSpPr txBox="1"/>
          <p:nvPr/>
        </p:nvSpPr>
        <p:spPr>
          <a:xfrm>
            <a:off x="778339" y="1461518"/>
            <a:ext cx="6673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>
                <a:solidFill>
                  <a:srgbClr val="002060"/>
                </a:solidFill>
              </a:rPr>
              <a:t>S</a:t>
            </a:r>
            <a:r>
              <a:rPr lang="en-US" sz="2800" b="1" dirty="0" err="1" smtClean="0">
                <a:solidFill>
                  <a:srgbClr val="002060"/>
                </a:solidFill>
              </a:rPr>
              <a:t>oftware</a:t>
            </a:r>
            <a:r>
              <a:rPr lang="en-US" sz="2800" b="1" dirty="0" smtClean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for image design and </a:t>
            </a:r>
            <a:r>
              <a:rPr lang="en-US" sz="2800" b="1" dirty="0" smtClean="0">
                <a:solidFill>
                  <a:srgbClr val="002060"/>
                </a:solidFill>
              </a:rPr>
              <a:t>editing</a:t>
            </a:r>
            <a:r>
              <a:rPr lang="hu-HU" sz="2800" b="1" dirty="0" smtClean="0">
                <a:solidFill>
                  <a:srgbClr val="002060"/>
                </a:solidFill>
              </a:rPr>
              <a:t>:</a:t>
            </a:r>
            <a:r>
              <a:rPr lang="en-US" sz="2800" b="1" dirty="0" smtClean="0">
                <a:solidFill>
                  <a:srgbClr val="002060"/>
                </a:solidFill>
              </a:rPr>
              <a:t> </a:t>
            </a:r>
            <a:endParaRPr lang="hu-HU" sz="2800" b="1" dirty="0" smtClean="0">
              <a:solidFill>
                <a:srgbClr val="002060"/>
              </a:solidFill>
            </a:endParaRPr>
          </a:p>
          <a:p>
            <a:r>
              <a:rPr lang="hu-HU" sz="2400" dirty="0" smtClean="0">
                <a:solidFill>
                  <a:srgbClr val="002060"/>
                </a:solidFill>
              </a:rPr>
              <a:t>A</a:t>
            </a:r>
            <a:r>
              <a:rPr lang="en-US" sz="2400" dirty="0" err="1" smtClean="0">
                <a:solidFill>
                  <a:srgbClr val="002060"/>
                </a:solidFill>
              </a:rPr>
              <a:t>dobe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hu-HU" sz="2400" dirty="0">
                <a:solidFill>
                  <a:srgbClr val="002060"/>
                </a:solidFill>
              </a:rPr>
              <a:t>P</a:t>
            </a:r>
            <a:r>
              <a:rPr lang="en-US" sz="2400" dirty="0" err="1" smtClean="0">
                <a:solidFill>
                  <a:srgbClr val="002060"/>
                </a:solidFill>
              </a:rPr>
              <a:t>hotoshop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and </a:t>
            </a:r>
            <a:r>
              <a:rPr lang="hu-HU" sz="2400" dirty="0" err="1">
                <a:solidFill>
                  <a:srgbClr val="002060"/>
                </a:solidFill>
              </a:rPr>
              <a:t>C</a:t>
            </a:r>
            <a:r>
              <a:rPr lang="en-US" sz="2400" dirty="0" err="1" smtClean="0">
                <a:solidFill>
                  <a:srgbClr val="002060"/>
                </a:solidFill>
              </a:rPr>
              <a:t>anva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991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hu-HU" sz="3600" b="1" dirty="0" err="1" smtClean="0"/>
              <a:t>Application</a:t>
            </a:r>
            <a:r>
              <a:rPr lang="hu-HU" sz="3600" b="1" dirty="0" smtClean="0"/>
              <a:t> </a:t>
            </a:r>
            <a:r>
              <a:rPr lang="hu-HU" sz="3600" b="1" dirty="0" err="1" smtClean="0"/>
              <a:t>Features</a:t>
            </a:r>
            <a:endParaRPr lang="hu-HU" sz="3600" b="1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9752302" cy="434715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User registration and </a:t>
            </a:r>
            <a:r>
              <a:rPr lang="en-US" sz="2800" b="1" dirty="0" smtClean="0">
                <a:solidFill>
                  <a:schemeClr val="tx1"/>
                </a:solidFill>
              </a:rPr>
              <a:t>login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Tracking user workouts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Suggestions for a healthier lifestyle (diet, workout tips, etc.)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Earning points based on </a:t>
            </a:r>
            <a:r>
              <a:rPr lang="en-US" sz="2800" b="1" dirty="0" smtClean="0">
                <a:solidFill>
                  <a:schemeClr val="tx1"/>
                </a:solidFill>
              </a:rPr>
              <a:t>workouts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This </a:t>
            </a:r>
            <a:r>
              <a:rPr lang="hu-HU" sz="2800" b="1" dirty="0" err="1" smtClean="0">
                <a:solidFill>
                  <a:schemeClr val="tx1"/>
                </a:solidFill>
              </a:rPr>
              <a:t>way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you </a:t>
            </a:r>
            <a:r>
              <a:rPr lang="hu-HU" sz="2800" b="1" dirty="0" err="1" smtClean="0">
                <a:solidFill>
                  <a:schemeClr val="tx1"/>
                </a:solidFill>
              </a:rPr>
              <a:t>can</a:t>
            </a:r>
            <a:r>
              <a:rPr lang="hu-HU" sz="2800" b="1" dirty="0" smtClean="0">
                <a:solidFill>
                  <a:schemeClr val="tx1"/>
                </a:solidFill>
              </a:rPr>
              <a:t> </a:t>
            </a:r>
            <a:r>
              <a:rPr lang="hu-HU" sz="2800" b="1" dirty="0" err="1" smtClean="0">
                <a:solidFill>
                  <a:schemeClr val="tx1"/>
                </a:solidFill>
              </a:rPr>
              <a:t>make</a:t>
            </a:r>
            <a:r>
              <a:rPr lang="hu-HU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progress</a:t>
            </a:r>
            <a:r>
              <a:rPr lang="en-US" sz="2800" b="1" dirty="0">
                <a:solidFill>
                  <a:schemeClr val="tx1"/>
                </a:solidFill>
              </a:rPr>
              <a:t>, which allows you to get various rewards and achieve achievements.</a:t>
            </a:r>
          </a:p>
          <a:p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333495" y="2228003"/>
            <a:ext cx="1277314" cy="3633047"/>
          </a:xfrm>
        </p:spPr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Téglalap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5" name="Kép 4" descr="Digitális számok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1654" y="1290452"/>
            <a:ext cx="3277085" cy="2704825"/>
          </a:xfrm>
        </p:spPr>
        <p:txBody>
          <a:bodyPr rtlCol="0">
            <a:noAutofit/>
          </a:bodyPr>
          <a:lstStyle/>
          <a:p>
            <a:pPr rtl="0"/>
            <a:r>
              <a:rPr lang="hu-HU" b="1" dirty="0" err="1" smtClean="0">
                <a:solidFill>
                  <a:srgbClr val="FFFFFF"/>
                </a:solidFill>
              </a:rPr>
              <a:t>Thank</a:t>
            </a:r>
            <a:r>
              <a:rPr lang="hu-HU" b="1" dirty="0" smtClean="0">
                <a:solidFill>
                  <a:srgbClr val="FFFFFF"/>
                </a:solidFill>
              </a:rPr>
              <a:t> </a:t>
            </a:r>
            <a:br>
              <a:rPr lang="hu-HU" b="1" dirty="0" smtClean="0">
                <a:solidFill>
                  <a:srgbClr val="FFFFFF"/>
                </a:solidFill>
              </a:rPr>
            </a:br>
            <a:r>
              <a:rPr lang="hu-HU" b="1" dirty="0" err="1" smtClean="0">
                <a:solidFill>
                  <a:srgbClr val="FFFFFF"/>
                </a:solidFill>
              </a:rPr>
              <a:t>you</a:t>
            </a:r>
            <a:r>
              <a:rPr lang="hu-HU" b="1" dirty="0" smtClean="0">
                <a:solidFill>
                  <a:srgbClr val="FFFFFF"/>
                </a:solidFill>
              </a:rPr>
              <a:t> </a:t>
            </a:r>
            <a:br>
              <a:rPr lang="hu-HU" b="1" dirty="0" smtClean="0">
                <a:solidFill>
                  <a:srgbClr val="FFFFFF"/>
                </a:solidFill>
              </a:rPr>
            </a:br>
            <a:r>
              <a:rPr lang="hu-HU" b="1" dirty="0" err="1" smtClean="0">
                <a:solidFill>
                  <a:srgbClr val="FFFFFF"/>
                </a:solidFill>
              </a:rPr>
              <a:t>for</a:t>
            </a:r>
            <a:r>
              <a:rPr lang="hu-HU" b="1" dirty="0" smtClean="0">
                <a:solidFill>
                  <a:srgbClr val="FFFFFF"/>
                </a:solidFill>
              </a:rPr>
              <a:t> </a:t>
            </a:r>
            <a:br>
              <a:rPr lang="hu-HU" b="1" dirty="0" smtClean="0">
                <a:solidFill>
                  <a:srgbClr val="FFFFFF"/>
                </a:solidFill>
              </a:rPr>
            </a:br>
            <a:r>
              <a:rPr lang="hu-HU" b="1" dirty="0" err="1" smtClean="0">
                <a:solidFill>
                  <a:srgbClr val="FFFFFF"/>
                </a:solidFill>
              </a:rPr>
              <a:t>your</a:t>
            </a:r>
            <a:r>
              <a:rPr lang="hu-HU" b="1" dirty="0" smtClean="0">
                <a:solidFill>
                  <a:srgbClr val="FFFFFF"/>
                </a:solidFill>
              </a:rPr>
              <a:t> </a:t>
            </a:r>
            <a:r>
              <a:rPr lang="hu-HU" b="1" dirty="0" err="1" smtClean="0">
                <a:solidFill>
                  <a:srgbClr val="FFFFFF"/>
                </a:solidFill>
              </a:rPr>
              <a:t>attention</a:t>
            </a:r>
            <a:r>
              <a:rPr lang="hu-HU" b="1" dirty="0" smtClean="0">
                <a:solidFill>
                  <a:srgbClr val="FFFFFF"/>
                </a:solidFill>
              </a:rPr>
              <a:t>!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1295" y="4421524"/>
            <a:ext cx="3214203" cy="2629006"/>
          </a:xfrm>
        </p:spPr>
        <p:txBody>
          <a:bodyPr rtlCol="0">
            <a:normAutofit/>
          </a:bodyPr>
          <a:lstStyle/>
          <a:p>
            <a:pPr algn="ctr" rtl="0"/>
            <a:r>
              <a:rPr lang="hu-HU" sz="2400" i="1" dirty="0" smtClean="0">
                <a:solidFill>
                  <a:schemeClr val="bg2"/>
                </a:solidFill>
              </a:rPr>
              <a:t>János </a:t>
            </a:r>
            <a:r>
              <a:rPr lang="hu-HU" sz="2400" i="1" dirty="0" err="1" smtClean="0">
                <a:solidFill>
                  <a:schemeClr val="bg2"/>
                </a:solidFill>
              </a:rPr>
              <a:t>bence</a:t>
            </a:r>
            <a:r>
              <a:rPr lang="hu-HU" sz="2400" i="1" dirty="0" smtClean="0">
                <a:solidFill>
                  <a:schemeClr val="bg2"/>
                </a:solidFill>
              </a:rPr>
              <a:t> </a:t>
            </a:r>
            <a:r>
              <a:rPr lang="hu-HU" sz="2400" i="1" dirty="0" err="1" smtClean="0">
                <a:solidFill>
                  <a:schemeClr val="bg2"/>
                </a:solidFill>
              </a:rPr>
              <a:t>dakos</a:t>
            </a:r>
            <a:endParaRPr lang="hu-HU" sz="2400" i="1" dirty="0" smtClean="0">
              <a:solidFill>
                <a:schemeClr val="bg2"/>
              </a:solidFill>
            </a:endParaRPr>
          </a:p>
          <a:p>
            <a:pPr algn="ctr" rtl="0"/>
            <a:r>
              <a:rPr lang="hu-HU" sz="2400" i="1" dirty="0" smtClean="0">
                <a:solidFill>
                  <a:schemeClr val="bg2"/>
                </a:solidFill>
              </a:rPr>
              <a:t>Gergő fodor</a:t>
            </a:r>
          </a:p>
          <a:p>
            <a:pPr algn="ctr" rtl="0"/>
            <a:r>
              <a:rPr lang="hu-HU" sz="2400" i="1" dirty="0" err="1" smtClean="0">
                <a:solidFill>
                  <a:schemeClr val="bg2"/>
                </a:solidFill>
              </a:rPr>
              <a:t>patrik</a:t>
            </a:r>
            <a:r>
              <a:rPr lang="hu-HU" sz="2400" i="1" dirty="0" smtClean="0">
                <a:solidFill>
                  <a:schemeClr val="bg2"/>
                </a:solidFill>
              </a:rPr>
              <a:t> ANDRÁS </a:t>
            </a:r>
            <a:r>
              <a:rPr lang="hu-HU" sz="2400" i="1" dirty="0" err="1" smtClean="0">
                <a:solidFill>
                  <a:schemeClr val="bg2"/>
                </a:solidFill>
              </a:rPr>
              <a:t>sedlák</a:t>
            </a:r>
            <a:endParaRPr lang="hu-HU" sz="2400" i="1" dirty="0" smtClean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</p:txBody>
      </p:sp>
      <p:grpSp>
        <p:nvGrpSpPr>
          <p:cNvPr id="14" name="Csoport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ztalék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71af3243-3dd4-4a8d-8c0d-dd76da1f02a5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Osztalék – technológiai elrendezés</Template>
  <TotalTime>0</TotalTime>
  <Words>232</Words>
  <Application>Microsoft Office PowerPoint</Application>
  <PresentationFormat>Szélesvásznú</PresentationFormat>
  <Paragraphs>44</Paragraphs>
  <Slides>8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Osztalék</vt:lpstr>
      <vt:lpstr>School Project: HeBLE</vt:lpstr>
      <vt:lpstr>Members of our team</vt:lpstr>
      <vt:lpstr>Technologies  Used</vt:lpstr>
      <vt:lpstr>gERGŐ’s  WORK</vt:lpstr>
      <vt:lpstr>Patrik’s  WORK</vt:lpstr>
      <vt:lpstr>Bence’s WORK</vt:lpstr>
      <vt:lpstr>Application Features</vt:lpstr>
      <vt:lpstr>Thank  you  for 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2025-01-13T07:13:36Z</dcterms:created>
  <dcterms:modified xsi:type="dcterms:W3CDTF">2025-02-06T12:41:33Z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